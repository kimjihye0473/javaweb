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721" r:id="rId3"/>
    <p:sldId id="258" r:id="rId4"/>
    <p:sldId id="257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84" y="3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1-31T08:05:19.12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55 61 10282,'-2'1'814,"-1"0"1,0-1-1,1 1 1,-1 0 0,0-1-1,1 0 1,-1 0-1,0 0 1,0 0-1,-5-1 1,-2-8 2713,1-11-3695,8 18 679,169-6 1374,59 1-499,-30 16-1211,295 24 641,-414-25-397,148-6 0,79-25 213,95-3-345,-140 35 52,101-2 927,-112-21-619,544-2 17,-781 16-712,101 11-876,-48 5-3434,-60-13 3359,1-2 0,-1 1 0,1-1 1,-1 0-1,1 0 0,0 0 0,-1-1 0,1 0 1,0 0-1,-1 0 0,1-1 0,0 0 1,-1 0-1,1 0 0,-1-1 0,1 1 1,-1-2-1,0 1 0,0 0 0,9-6 0,18-13-4238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1-31T08:05:31.11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58 85 4516,'-4'-2'3730,"-13"-9"-653,-9-12 168,23 20-2278,0 1-22,2 1-891,1 1 0,0 0 0,0 0 0,-1 0 0,1-1 1,0 1-1,0 0 0,-1 0 0,1-1 0,0 1 1,0 0-1,0-1 0,0 1 0,-1 0 0,1-1 0,0 1 1,0 0-1,0-1 0,0 1 0,0 0 0,0-1 1,0 1-1,0 0 0,0-1 0,0 1 0,0 0 0,0-1 1,0 1-1,0 0 0,0-1 0,0 1 0,0 0 0,1-1 1,-1 1-1,0 0 0,0-1 0,0 1 0,0 0 1,1 0-1,-1-1 0,0 1 0,0 0 0,1 0 0,-1-1 1,0 1-1,0 0 0,1 0 0,-1 0 0,0-1 0,1 1 1,0 0-1,31-10 683,58-1-1195,-76 10 682,93-6 235,193 14 0,108 37 580,-367-39-1026,252 40 7,223 19 72,711-13 2049,-805-48-1043,-54-1-178,-122 10-3435,-195-10 412,27 2-4809,-11 7-4508,-55-9 8804,24-2 2141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1T11:31:46.06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0 5413,'0'0'4554,"21"13"-1917,6-4 1954,-24-9-3950,14 1 394,13 12-127,-27-11-823,1 1-10,0 1-55,0 1 0,0 0 0,0 0 0,-1 0 1,0 0-1,0 0 0,0 1 0,-1-1 0,0 1 0,0 0 0,0 0 1,0-1-1,-1 1 0,0 0 0,-1 1 0,1 10 0,-1 16 67,-2 0 0,-6 34 0,0 3-28,1 55 3,-8 220-97,15-331 16,0 1 1,2 0-1,-1 0 1,2 0-1,0-1 1,0 1-1,2-1 1,0 0-1,11 22 1,-11-28 5,0 0 0,1 0 0,0 0 1,0-1-1,0 0 0,1 0 0,1-1 0,-1 1 0,1-2 1,0 1-1,0-1 0,1 0 0,-1-1 0,1 0 1,15 5-1,5-2 137,0-1 1,1-2-1,-1 0 1,1-3 0,37-1-1,-48 0 95,-17 0 197,-5 1-330,-6 3-106,0 0 0,0 0 1,0 1-1,1 0 0,0 0 0,0 1 1,0 0-1,1 1 0,0 0 1,0 0-1,0 0 0,1 1 0,0 0 1,1 0-1,0 0 0,-5 10 0,1-2-2,-7 11-31,1 1 0,2 0-1,1 1 1,1 0 0,1 1-1,2 1 1,1-1 0,1 1-1,-2 44 1,7-18 12,3 0 1,2-1-1,2 0 0,18 75 1,-24-131 39,38 206 129,-34-176 131,-2 0-1,-2 1 1,0-1-1,-9 59 1,5-74-84,-1 0 0,0-1 1,-1 1-1,0-1 1,-1-1-1,-1 1 0,0-1 1,0 0-1,-2-1 1,0 0-1,0 0 0,-1-1 1,0-1-1,-1 0 1,-16 12-1,16-15-385,0 1-1,0-2 1,-1 0 0,0 0 0,0-1-1,-15 4 1,26-9-138,0 1-1,1-1 0,-1 0 1,0 1-1,0-1 1,0 0-1,0 0 1,0 0-1,0-1 1,0 1-1,0 0 1,1-1-1,-1 1 0,0-1 1,0 0-1,0 1 1,1-1-1,-1 0 1,0 0-1,1 0 1,-1-1-1,1 1 1,-1 0-1,1 0 0,0-1 1,-1 1-1,1-1 1,0 1-1,-1-3 1,-2-3-839,1 1 0,1-1 1,-1 1-1,1-1 0,0 0 1,1 0-1,-2-10 1,-7-36-2231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21T11:32:07.08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1079 17841,'3'3'7564,"2"7"-7542,-1 0-1,0 0 0,0 0 0,-1 0 0,0 0 1,-1 1-1,0-1 0,-1 1 0,0 19 1,6 30-5,27 84 450,-30-130-216,1 1 0,0-2 1,1 1-1,0 0 0,1-1 0,1 0 1,14 18-1,-13-29 197,-2-2-399,0-1-1,0-1 1,0 0-1,0 0 1,0 0-1,0-1 1,-1 0-1,1 0 1,-1-1-1,0 1 1,0-1 0,0-1-1,0 1 1,5-6-1,14-15-473,39-48 0,77-121-4417,-75 100 2188,404-675-13003,-300 436 10372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86299A5-9688-422B-AB02-2505D3C090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7A295AB-A86C-46AF-BCE3-1D3A210DB9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2D43264-5488-426A-AB82-BF5A8706C5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7E670-2CF6-48A1-9355-017881A7F006}" type="datetimeFigureOut">
              <a:rPr lang="ko-KR" altLang="en-US" smtClean="0"/>
              <a:t>2025-05-13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97947B2-72AD-4AF2-9BB9-228924DB83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D6BB6F1-776D-4AA5-91F9-BC8D96F0B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FC37B-0AD1-4A66-B91E-180008EA33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1421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B25976-74EF-40CC-A6A2-72E457E8B4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9BC0655-5F48-4CC7-B56C-8B353F67E9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1ADF333-DD35-4D7B-827A-0A83F67BC8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7E670-2CF6-48A1-9355-017881A7F006}" type="datetimeFigureOut">
              <a:rPr lang="ko-KR" altLang="en-US" smtClean="0"/>
              <a:t>2025-05-13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3B8B334-9B70-4302-A463-D60525A04A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79AB950-EF16-438F-9BD4-132758AAFF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FC37B-0AD1-4A66-B91E-180008EA33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52537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3FC2EA4-71B9-4744-A73C-A46F0BBF24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2017734-5749-47FC-BAE5-4AA0F0A49E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998D0FF-34C1-432A-9966-49DD4902CB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7E670-2CF6-48A1-9355-017881A7F006}" type="datetimeFigureOut">
              <a:rPr lang="ko-KR" altLang="en-US" smtClean="0"/>
              <a:t>2025-05-13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A4432C9-14D8-4F3E-8917-9A07471378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42A1FB9-C40C-475A-A041-67314F9ED6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FC37B-0AD1-4A66-B91E-180008EA33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77148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1175CF-09C4-48B4-AD91-491B061856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9EF256F-862A-4781-A3E1-8808D5AA80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4FC033E-774B-4524-B832-6407BA93B7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5D0DAFB-3FD3-4F88-85FC-59932CDA64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7E670-2CF6-48A1-9355-017881A7F006}" type="datetimeFigureOut">
              <a:rPr lang="ko-KR" altLang="en-US" smtClean="0"/>
              <a:t>2025-05-13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1D9F357-2501-439D-99A5-7901A2C524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D158154-3E4D-43B2-96BE-3D4A4CC2CB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FC37B-0AD1-4A66-B91E-180008EA33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01769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E97D837-8486-4B71-9FA2-0F3F30D5D8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F891BFE-B3D5-4B15-9C50-65BDFAE2CD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9DB0B10-96E7-4E2B-B57C-02D9D61966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D81B512-06FF-4666-ABA6-35B69FF586A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73F4E492-964A-4F66-BC4C-95B947D1C5D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12E8A02-59E7-499E-91C2-031936CE3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7E670-2CF6-48A1-9355-017881A7F006}" type="datetimeFigureOut">
              <a:rPr lang="ko-KR" altLang="en-US" smtClean="0"/>
              <a:t>2025-05-13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746AA12-BC01-41C5-8751-03F6908F4B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AD81F954-0BD5-452D-8421-35DD00809A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FC37B-0AD1-4A66-B91E-180008EA33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05643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DCF3CE-E243-4A9F-9966-5D7D951766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5A38660-3AB7-4BFA-BBE5-26606B4CCE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7E670-2CF6-48A1-9355-017881A7F006}" type="datetimeFigureOut">
              <a:rPr lang="ko-KR" altLang="en-US" smtClean="0"/>
              <a:t>2025-05-13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A340CC7-EF4E-4320-A90A-6BE60AE62A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30B768C-5B0B-4F68-A8DE-2A7FF6FA8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FC37B-0AD1-4A66-B91E-180008EA33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7578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2E82794-2DF1-4E18-89C7-73333E8FDA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7E670-2CF6-48A1-9355-017881A7F006}" type="datetimeFigureOut">
              <a:rPr lang="ko-KR" altLang="en-US" smtClean="0"/>
              <a:t>2025-05-13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AC8F7CB9-2EE9-4325-92BC-DAE4F15631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FADE8E7-4E12-4D96-8FC0-0BA6A55717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FC37B-0AD1-4A66-B91E-180008EA33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60293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A08896A-31CB-4019-9523-4230AA7B63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9E1991A-C00A-4209-ABBD-F5A4559BE4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0894AB3-3DD0-4A3C-BEDD-CF7BE5FE95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32CC60D-9A48-48E9-A49F-6803EA7BEE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7E670-2CF6-48A1-9355-017881A7F006}" type="datetimeFigureOut">
              <a:rPr lang="ko-KR" altLang="en-US" smtClean="0"/>
              <a:t>2025-05-13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2C03BF2-3CD5-4CA8-A481-78D952DD7F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3E37771-19CD-4BA8-AA3C-6C204C17A0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FC37B-0AD1-4A66-B91E-180008EA33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77924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C050A2-D440-499D-821A-F3303E1D03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9F0B6F5-2D12-4E45-8302-E32AA1837F8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9CA7F4E-1882-4DE0-A0A9-3034CC5E15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C383CD1-866D-4748-9300-A30BFC5D00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7E670-2CF6-48A1-9355-017881A7F006}" type="datetimeFigureOut">
              <a:rPr lang="ko-KR" altLang="en-US" smtClean="0"/>
              <a:t>2025-05-13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37E831F-4C95-4D7B-B1BD-75B43602A8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A0EC3D6-9CA2-4F14-BDD1-A2F22C410C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FC37B-0AD1-4A66-B91E-180008EA33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36272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742D61-3919-41DA-ACE4-FED142BE91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13E3517-98BF-4039-9C86-5F96520017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5693AC8-C7C4-48DD-BBD7-26278D6D8F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7E670-2CF6-48A1-9355-017881A7F006}" type="datetimeFigureOut">
              <a:rPr lang="ko-KR" altLang="en-US" smtClean="0"/>
              <a:t>2025-05-13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9F7FEE2-C240-4592-8657-333AE53809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C57B451-347F-43B2-8559-121E083426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FC37B-0AD1-4A66-B91E-180008EA33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75971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1DF2EB67-3C1F-4C28-890E-1239E0F159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9474A5B-A444-46FF-B46D-24ADFF7B9F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56CA7EB-05EA-49A6-8AC9-33BFBD183A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7E670-2CF6-48A1-9355-017881A7F006}" type="datetimeFigureOut">
              <a:rPr lang="ko-KR" altLang="en-US" smtClean="0"/>
              <a:t>2025-05-13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1243379-5228-45E7-BFA1-ED59B41872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FC36317-74E3-4284-99F7-96FB287126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FC37B-0AD1-4A66-B91E-180008EA33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15848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49F5291-BB18-42BA-BFCC-A4C20B59D1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604750F-AE20-4223-B4A3-91E1C8C29C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440E422-4193-4C3A-948F-C185BDA3AF1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D7E670-2CF6-48A1-9355-017881A7F006}" type="datetimeFigureOut">
              <a:rPr lang="ko-KR" altLang="en-US" smtClean="0"/>
              <a:t>2025-05-13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BE41D29-070C-4322-A7DD-3CDE6AAC31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772F2DE-D60B-4FF4-BF5A-112812E85E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6FC37B-0AD1-4A66-B91E-180008EA33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66903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customXml" Target="../ink/ink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.png"/><Relationship Id="rId5" Type="http://schemas.openxmlformats.org/officeDocument/2006/relationships/customXml" Target="../ink/ink4.xml"/><Relationship Id="rId4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55FF756-89A4-4F94-97EA-364396275C10}"/>
              </a:ext>
            </a:extLst>
          </p:cNvPr>
          <p:cNvSpPr txBox="1"/>
          <p:nvPr/>
        </p:nvSpPr>
        <p:spPr>
          <a:xfrm>
            <a:off x="838899" y="461394"/>
            <a:ext cx="10519795" cy="22878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spcBef>
                <a:spcPts val="0"/>
              </a:spcBef>
              <a:spcAft>
                <a:spcPts val="500"/>
              </a:spcAft>
            </a:pPr>
            <a:r>
              <a:rPr lang="en-US" altLang="ko-KR" sz="1800" b="0" i="0" u="none" strike="noStrike" dirty="0">
                <a:effectLst/>
                <a:latin typeface="Times New Roman" panose="02020603050405020304" pitchFamily="18" charset="0"/>
              </a:rPr>
              <a:t>8 </a:t>
            </a:r>
            <a:r>
              <a:rPr lang="ko-KR" altLang="en-US" sz="1800" b="0" i="0" u="none" strike="noStrike" dirty="0" err="1">
                <a:effectLst/>
                <a:latin typeface="Times New Roman" panose="02020603050405020304" pitchFamily="18" charset="0"/>
              </a:rPr>
              <a:t>스크립틀릿</a:t>
            </a:r>
            <a:r>
              <a:rPr lang="ko-KR" altLang="en-US" sz="1800" b="0" i="0" u="none" strike="noStrike" dirty="0">
                <a:effectLst/>
                <a:latin typeface="Times New Roman" panose="02020603050405020304" pitchFamily="18" charset="0"/>
              </a:rPr>
              <a:t> 태그를 이용하여 다음 조건에 맞게 </a:t>
            </a:r>
            <a:r>
              <a:rPr lang="en-US" altLang="ko-KR" sz="1800" b="0" i="0" u="none" strike="noStrike" dirty="0">
                <a:effectLst/>
                <a:latin typeface="Times New Roman" panose="02020603050405020304" pitchFamily="18" charset="0"/>
              </a:rPr>
              <a:t>JSP </a:t>
            </a:r>
            <a:r>
              <a:rPr lang="ko-KR" altLang="en-US" sz="1800" b="0" i="0" u="none" strike="noStrike" dirty="0">
                <a:effectLst/>
                <a:latin typeface="Times New Roman" panose="02020603050405020304" pitchFamily="18" charset="0"/>
              </a:rPr>
              <a:t>애플리케이션을 만들고 실행 결과를 </a:t>
            </a:r>
            <a:r>
              <a:rPr lang="ko-KR" altLang="en-US" sz="1800" b="0" i="0" u="none" strike="noStrike" dirty="0" err="1">
                <a:effectLst/>
                <a:latin typeface="Times New Roman" panose="02020603050405020304" pitchFamily="18" charset="0"/>
              </a:rPr>
              <a:t>확인하시오</a:t>
            </a:r>
            <a:r>
              <a:rPr lang="en-US" altLang="ko-KR" sz="1800" b="0" i="0" u="none" strike="noStrike" dirty="0">
                <a:effectLst/>
                <a:latin typeface="Times New Roman" panose="02020603050405020304" pitchFamily="18" charset="0"/>
              </a:rPr>
              <a:t>.</a:t>
            </a:r>
            <a:endParaRPr lang="ko-KR" altLang="en-US" b="0" dirty="0">
              <a:effectLst/>
            </a:endParaRPr>
          </a:p>
          <a:p>
            <a:pPr rtl="0">
              <a:spcBef>
                <a:spcPts val="0"/>
              </a:spcBef>
              <a:spcAft>
                <a:spcPts val="500"/>
              </a:spcAft>
            </a:pPr>
            <a:endParaRPr lang="en-US" altLang="ko-KR" sz="1800" b="0" i="0" u="none" strike="noStrike" dirty="0">
              <a:effectLst/>
              <a:latin typeface="Arial" panose="020B0604020202020204" pitchFamily="34" charset="0"/>
            </a:endParaRPr>
          </a:p>
          <a:p>
            <a:pPr rtl="0">
              <a:spcBef>
                <a:spcPts val="0"/>
              </a:spcBef>
              <a:spcAft>
                <a:spcPts val="500"/>
              </a:spcAft>
            </a:pPr>
            <a:endParaRPr lang="en-US" altLang="ko-KR" sz="1800" b="0" i="0" u="none" strike="noStrike" dirty="0">
              <a:effectLst/>
              <a:latin typeface="Arial" panose="020B0604020202020204" pitchFamily="34" charset="0"/>
            </a:endParaRPr>
          </a:p>
          <a:p>
            <a:pPr rtl="0">
              <a:spcBef>
                <a:spcPts val="0"/>
              </a:spcBef>
              <a:spcAft>
                <a:spcPts val="500"/>
              </a:spcAft>
            </a:pP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1) </a:t>
            </a:r>
            <a:r>
              <a:rPr lang="en-US" altLang="ko-KR" sz="1800" b="0" i="0" u="none" strike="noStrike" dirty="0" err="1">
                <a:effectLst/>
                <a:latin typeface="Arial" panose="020B0604020202020204" pitchFamily="34" charset="0"/>
              </a:rPr>
              <a:t>scriptlet.jsp</a:t>
            </a: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 </a:t>
            </a:r>
            <a:r>
              <a:rPr lang="ko-KR" altLang="en-US" sz="1800" b="0" i="0" u="none" strike="noStrike" dirty="0">
                <a:effectLst/>
                <a:latin typeface="Arial" panose="020B0604020202020204" pitchFamily="34" charset="0"/>
              </a:rPr>
              <a:t>파일을 생성합니다</a:t>
            </a: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.</a:t>
            </a:r>
            <a:b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</a:b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 • </a:t>
            </a:r>
            <a:r>
              <a:rPr lang="ko-KR" altLang="en-US" sz="1800" b="0" i="0" u="none" strike="noStrike" dirty="0" err="1">
                <a:effectLst/>
                <a:latin typeface="Arial" panose="020B0604020202020204" pitchFamily="34" charset="0"/>
              </a:rPr>
              <a:t>스크립틀릿</a:t>
            </a:r>
            <a:r>
              <a:rPr lang="ko-KR" altLang="en-US" sz="1800" b="0" i="0" u="none" strike="noStrike" dirty="0">
                <a:effectLst/>
                <a:latin typeface="Arial" panose="020B0604020202020204" pitchFamily="34" charset="0"/>
              </a:rPr>
              <a:t> 태그를 이용하여 </a:t>
            </a:r>
            <a:r>
              <a:rPr lang="en-US" altLang="ko-KR" sz="1800" b="0" i="0" u="none" strike="noStrike" dirty="0" err="1">
                <a:effectLst/>
                <a:latin typeface="Arial" panose="020B0604020202020204" pitchFamily="34" charset="0"/>
              </a:rPr>
              <a:t>java.util.Date</a:t>
            </a: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 </a:t>
            </a:r>
            <a:r>
              <a:rPr lang="ko-KR" altLang="en-US" sz="1800" b="0" i="0" u="none" strike="noStrike" dirty="0">
                <a:effectLst/>
                <a:latin typeface="Arial" panose="020B0604020202020204" pitchFamily="34" charset="0"/>
              </a:rPr>
              <a:t>형 지역변수에 현재 날짜를 저장합니다</a:t>
            </a: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.</a:t>
            </a:r>
            <a:endParaRPr lang="ko-KR" altLang="en-US" b="0" dirty="0">
              <a:effectLst/>
            </a:endParaRPr>
          </a:p>
          <a:p>
            <a:pPr rtl="0">
              <a:spcBef>
                <a:spcPts val="0"/>
              </a:spcBef>
              <a:spcAft>
                <a:spcPts val="500"/>
              </a:spcAft>
            </a:pP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 • </a:t>
            </a:r>
            <a:r>
              <a:rPr lang="ko-KR" altLang="en-US" sz="1800" b="0" i="0" u="none" strike="noStrike" dirty="0">
                <a:effectLst/>
                <a:latin typeface="Arial" panose="020B0604020202020204" pitchFamily="34" charset="0"/>
              </a:rPr>
              <a:t>현재 날짜 값을 출력합니다</a:t>
            </a: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.</a:t>
            </a:r>
            <a:b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</a:b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2) </a:t>
            </a:r>
            <a:r>
              <a:rPr lang="ko-KR" altLang="en-US" sz="1800" b="0" i="0" u="none" strike="noStrike" dirty="0">
                <a:effectLst/>
                <a:latin typeface="Arial" panose="020B0604020202020204" pitchFamily="34" charset="0"/>
              </a:rPr>
              <a:t>웹 브라우저에 </a:t>
            </a: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'http://localhost:8080/Exercise/ch02/</a:t>
            </a:r>
            <a:r>
              <a:rPr lang="en-US" altLang="ko-KR" dirty="0" err="1">
                <a:latin typeface="Arial" panose="020B0604020202020204" pitchFamily="34" charset="0"/>
              </a:rPr>
              <a:t>scriptlet</a:t>
            </a:r>
            <a:r>
              <a:rPr lang="en-US" altLang="ko-KR" sz="1800" b="0" i="0" u="none" strike="noStrike" dirty="0" err="1">
                <a:effectLst/>
                <a:latin typeface="Arial" panose="020B0604020202020204" pitchFamily="34" charset="0"/>
              </a:rPr>
              <a:t>.jsp</a:t>
            </a: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'</a:t>
            </a:r>
            <a:r>
              <a:rPr lang="ko-KR" altLang="en-US" sz="1800" b="0" i="0" u="none" strike="noStrike" dirty="0">
                <a:effectLst/>
                <a:latin typeface="Arial" panose="020B0604020202020204" pitchFamily="34" charset="0"/>
              </a:rPr>
              <a:t>를 입력하여 실행</a:t>
            </a:r>
            <a:r>
              <a:rPr lang="ko-KR" altLang="en-US" sz="1800" b="0" i="0" u="none" strike="noStrike" dirty="0">
                <a:effectLst/>
                <a:latin typeface="Times New Roman" panose="02020603050405020304" pitchFamily="18" charset="0"/>
              </a:rPr>
              <a:t>결과를 확인합니다</a:t>
            </a:r>
            <a:r>
              <a:rPr lang="en-US" altLang="ko-KR" sz="1800" b="0" i="0" u="none" strike="noStrike" dirty="0">
                <a:effectLst/>
                <a:latin typeface="Times New Roman" panose="02020603050405020304" pitchFamily="18" charset="0"/>
              </a:rPr>
              <a:t>.</a:t>
            </a:r>
            <a:endParaRPr lang="en-US" altLang="ko-KR" dirty="0">
              <a:solidFill>
                <a:srgbClr val="FF0000"/>
              </a:solidFill>
            </a:endParaRPr>
          </a:p>
        </p:txBody>
      </p:sp>
      <p:pic>
        <p:nvPicPr>
          <p:cNvPr id="4" name="그림 3" descr="텍스트이(가) 표시된 사진&#10;&#10;자동 생성된 설명">
            <a:extLst>
              <a:ext uri="{FF2B5EF4-FFF2-40B4-BE49-F238E27FC236}">
                <a16:creationId xmlns:a16="http://schemas.microsoft.com/office/drawing/2014/main" id="{C62983B9-7517-4DC0-967B-57300E0425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2826" y="875732"/>
            <a:ext cx="4000500" cy="542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01008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82A3D9C1-72B1-41E1-9902-B1DC8E1310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2736" y="1933575"/>
            <a:ext cx="7581898" cy="3028949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잉크 3">
                <a:extLst>
                  <a:ext uri="{FF2B5EF4-FFF2-40B4-BE49-F238E27FC236}">
                    <a16:creationId xmlns:a16="http://schemas.microsoft.com/office/drawing/2014/main" id="{9BA033AC-6EC1-4E1D-A597-311BC08D8D1A}"/>
                  </a:ext>
                </a:extLst>
              </p14:cNvPr>
              <p14:cNvContentPartPr/>
              <p14:nvPr/>
            </p14:nvContentPartPr>
            <p14:xfrm>
              <a:off x="2345697" y="2235853"/>
              <a:ext cx="1477080" cy="25560"/>
            </p14:xfrm>
          </p:contentPart>
        </mc:Choice>
        <mc:Fallback xmlns="">
          <p:pic>
            <p:nvPicPr>
              <p:cNvPr id="4" name="잉크 3">
                <a:extLst>
                  <a:ext uri="{FF2B5EF4-FFF2-40B4-BE49-F238E27FC236}">
                    <a16:creationId xmlns:a16="http://schemas.microsoft.com/office/drawing/2014/main" id="{9BA033AC-6EC1-4E1D-A597-311BC08D8D1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336697" y="2227213"/>
                <a:ext cx="1494720" cy="4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잉크 4">
                <a:extLst>
                  <a:ext uri="{FF2B5EF4-FFF2-40B4-BE49-F238E27FC236}">
                    <a16:creationId xmlns:a16="http://schemas.microsoft.com/office/drawing/2014/main" id="{66FDF19B-773C-46BF-9C43-12F1BA780047}"/>
                  </a:ext>
                </a:extLst>
              </p14:cNvPr>
              <p14:cNvContentPartPr/>
              <p14:nvPr/>
            </p14:nvContentPartPr>
            <p14:xfrm>
              <a:off x="5608377" y="4322773"/>
              <a:ext cx="1553400" cy="90720"/>
            </p14:xfrm>
          </p:contentPart>
        </mc:Choice>
        <mc:Fallback xmlns="">
          <p:pic>
            <p:nvPicPr>
              <p:cNvPr id="5" name="잉크 4">
                <a:extLst>
                  <a:ext uri="{FF2B5EF4-FFF2-40B4-BE49-F238E27FC236}">
                    <a16:creationId xmlns:a16="http://schemas.microsoft.com/office/drawing/2014/main" id="{66FDF19B-773C-46BF-9C43-12F1BA780047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599737" y="4313773"/>
                <a:ext cx="1571040" cy="108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713752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55FF756-89A4-4F94-97EA-364396275C10}"/>
              </a:ext>
            </a:extLst>
          </p:cNvPr>
          <p:cNvSpPr txBox="1"/>
          <p:nvPr/>
        </p:nvSpPr>
        <p:spPr>
          <a:xfrm>
            <a:off x="838899" y="461394"/>
            <a:ext cx="10519795" cy="25648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spcBef>
                <a:spcPts val="0"/>
              </a:spcBef>
              <a:spcAft>
                <a:spcPts val="500"/>
              </a:spcAft>
            </a:pPr>
            <a:r>
              <a:rPr lang="en-US" altLang="ko-KR" sz="1800" b="0" i="0" u="none" strike="noStrike" dirty="0">
                <a:effectLst/>
                <a:latin typeface="Times New Roman" panose="02020603050405020304" pitchFamily="18" charset="0"/>
              </a:rPr>
              <a:t>8 </a:t>
            </a:r>
            <a:r>
              <a:rPr lang="ko-KR" altLang="en-US" sz="1800" b="0" i="0" u="none" strike="noStrike" dirty="0" err="1">
                <a:effectLst/>
                <a:latin typeface="Times New Roman" panose="02020603050405020304" pitchFamily="18" charset="0"/>
              </a:rPr>
              <a:t>스크립틀릿</a:t>
            </a:r>
            <a:r>
              <a:rPr lang="ko-KR" altLang="en-US" sz="1800" b="0" i="0" u="none" strike="noStrike" dirty="0">
                <a:effectLst/>
                <a:latin typeface="Times New Roman" panose="02020603050405020304" pitchFamily="18" charset="0"/>
              </a:rPr>
              <a:t> 태그를 이용하여 다음 조건에 맞게 </a:t>
            </a:r>
            <a:r>
              <a:rPr lang="en-US" altLang="ko-KR" sz="1800" b="0" i="0" u="none" strike="noStrike" dirty="0">
                <a:effectLst/>
                <a:latin typeface="Times New Roman" panose="02020603050405020304" pitchFamily="18" charset="0"/>
              </a:rPr>
              <a:t>JSP </a:t>
            </a:r>
            <a:r>
              <a:rPr lang="ko-KR" altLang="en-US" sz="1800" b="0" i="0" u="none" strike="noStrike" dirty="0">
                <a:effectLst/>
                <a:latin typeface="Times New Roman" panose="02020603050405020304" pitchFamily="18" charset="0"/>
              </a:rPr>
              <a:t>애플리케이션을 만들고 실행 결과를 </a:t>
            </a:r>
            <a:r>
              <a:rPr lang="ko-KR" altLang="en-US" sz="1800" b="0" i="0" u="none" strike="noStrike" dirty="0" err="1">
                <a:effectLst/>
                <a:latin typeface="Times New Roman" panose="02020603050405020304" pitchFamily="18" charset="0"/>
              </a:rPr>
              <a:t>확인하시오</a:t>
            </a:r>
            <a:r>
              <a:rPr lang="en-US" altLang="ko-KR" sz="1800" b="0" i="0" u="none" strike="noStrike" dirty="0">
                <a:effectLst/>
                <a:latin typeface="Times New Roman" panose="02020603050405020304" pitchFamily="18" charset="0"/>
              </a:rPr>
              <a:t>.</a:t>
            </a:r>
            <a:endParaRPr lang="en-US" altLang="ko-KR" sz="1800" b="0" i="0" u="none" strike="noStrike" dirty="0">
              <a:effectLst/>
              <a:latin typeface="Arial" panose="020B0604020202020204" pitchFamily="34" charset="0"/>
            </a:endParaRPr>
          </a:p>
          <a:p>
            <a:pPr rtl="0">
              <a:spcBef>
                <a:spcPts val="0"/>
              </a:spcBef>
              <a:spcAft>
                <a:spcPts val="500"/>
              </a:spcAft>
            </a:pP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1) </a:t>
            </a:r>
            <a:r>
              <a:rPr lang="en-US" altLang="ko-KR" sz="1800" b="0" i="0" u="none" strike="noStrike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scriptlet2.jsp</a:t>
            </a: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 </a:t>
            </a:r>
            <a:r>
              <a:rPr lang="ko-KR" altLang="en-US" sz="1800" b="0" i="0" u="none" strike="noStrike" dirty="0">
                <a:effectLst/>
                <a:latin typeface="Arial" panose="020B0604020202020204" pitchFamily="34" charset="0"/>
              </a:rPr>
              <a:t>파일을 생성합니다</a:t>
            </a: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.</a:t>
            </a:r>
            <a:b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</a:b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 • </a:t>
            </a:r>
            <a:r>
              <a:rPr lang="ko-KR" altLang="en-US" sz="1800" b="0" i="0" u="none" strike="noStrike" dirty="0" err="1">
                <a:effectLst/>
                <a:latin typeface="Arial" panose="020B0604020202020204" pitchFamily="34" charset="0"/>
              </a:rPr>
              <a:t>스크립틀릿</a:t>
            </a:r>
            <a:r>
              <a:rPr lang="ko-KR" altLang="en-US" sz="1800" b="0" i="0" u="none" strike="noStrike" dirty="0">
                <a:effectLst/>
                <a:latin typeface="Arial" panose="020B0604020202020204" pitchFamily="34" charset="0"/>
              </a:rPr>
              <a:t> 태그를 이용하여 </a:t>
            </a:r>
            <a:r>
              <a:rPr lang="en-US" altLang="ko-KR" sz="1800" b="0" i="0" u="none" strike="noStrike" dirty="0" err="1">
                <a:effectLst/>
                <a:latin typeface="Arial" panose="020B0604020202020204" pitchFamily="34" charset="0"/>
              </a:rPr>
              <a:t>java.util.Date</a:t>
            </a: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 </a:t>
            </a:r>
            <a:r>
              <a:rPr lang="ko-KR" altLang="en-US" sz="1800" b="0" i="0" u="none" strike="noStrike" dirty="0">
                <a:effectLst/>
                <a:latin typeface="Arial" panose="020B0604020202020204" pitchFamily="34" charset="0"/>
              </a:rPr>
              <a:t>형 지역변수에 현재 날짜를 저장합니다</a:t>
            </a: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.</a:t>
            </a:r>
            <a:endParaRPr lang="ko-KR" altLang="en-US" b="0" dirty="0">
              <a:effectLst/>
            </a:endParaRPr>
          </a:p>
          <a:p>
            <a:pPr rtl="0">
              <a:spcBef>
                <a:spcPts val="0"/>
              </a:spcBef>
              <a:spcAft>
                <a:spcPts val="500"/>
              </a:spcAft>
            </a:pP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 • </a:t>
            </a:r>
            <a:r>
              <a:rPr lang="ko-KR" altLang="en-US" sz="1800" b="0" i="0" u="none" strike="noStrike" dirty="0">
                <a:effectLst/>
                <a:latin typeface="Arial" panose="020B0604020202020204" pitchFamily="34" charset="0"/>
              </a:rPr>
              <a:t>현재 날짜 값을 출력합니다</a:t>
            </a: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.</a:t>
            </a:r>
            <a:b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</a:b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 • </a:t>
            </a:r>
            <a:r>
              <a:rPr lang="ko-KR" altLang="en-US" sz="1800" b="0" i="0" u="none" strike="noStrike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반복 구문과 </a:t>
            </a:r>
            <a:r>
              <a:rPr lang="en-US" altLang="ko-KR" sz="1800" b="0" i="0" u="none" strike="noStrike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if </a:t>
            </a:r>
            <a:r>
              <a:rPr lang="ko-KR" altLang="en-US" sz="1800" b="0" i="0" u="none" strike="noStrike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문장으로 </a:t>
            </a:r>
            <a:r>
              <a:rPr lang="en-US" altLang="ko-KR" sz="1800" b="0" i="0" u="none" strike="noStrike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1~10</a:t>
            </a:r>
            <a:r>
              <a:rPr lang="ko-KR" altLang="en-US" sz="1800" b="0" i="0" u="none" strike="noStrike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중에서 홀수를 출력</a:t>
            </a:r>
            <a:endParaRPr lang="en-US" altLang="ko-KR" sz="1800" b="0" i="0" u="none" strike="noStrike" dirty="0"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  <a:p>
            <a:pPr>
              <a:spcAft>
                <a:spcPts val="500"/>
              </a:spcAft>
            </a:pPr>
            <a:r>
              <a:rPr lang="en-US" altLang="ko-KR" sz="1800" b="0" i="0" u="none" strike="noStrike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2) </a:t>
            </a:r>
            <a:r>
              <a:rPr lang="en-US" altLang="ko-KR" dirty="0">
                <a:solidFill>
                  <a:srgbClr val="FF0000"/>
                </a:solidFill>
                <a:latin typeface="Arial" panose="020B0604020202020204" pitchFamily="34" charset="0"/>
              </a:rPr>
              <a:t>bootstrap</a:t>
            </a:r>
            <a:r>
              <a:rPr lang="ko-KR" altLang="en-US" dirty="0">
                <a:solidFill>
                  <a:srgbClr val="FF0000"/>
                </a:solidFill>
                <a:latin typeface="Arial" panose="020B0604020202020204" pitchFamily="34" charset="0"/>
              </a:rPr>
              <a:t> </a:t>
            </a:r>
            <a:r>
              <a:rPr lang="en-US" altLang="ko-KR" dirty="0">
                <a:solidFill>
                  <a:srgbClr val="FF0000"/>
                </a:solidFill>
                <a:latin typeface="Arial" panose="020B0604020202020204" pitchFamily="34" charset="0"/>
              </a:rPr>
              <a:t>5.3</a:t>
            </a:r>
            <a:r>
              <a:rPr lang="ko-KR" altLang="en-US" dirty="0">
                <a:solidFill>
                  <a:srgbClr val="FF0000"/>
                </a:solidFill>
                <a:latin typeface="Arial" panose="020B0604020202020204" pitchFamily="34" charset="0"/>
              </a:rPr>
              <a:t>에서 </a:t>
            </a:r>
            <a:r>
              <a:rPr lang="en-US" altLang="ko-KR" b="0" i="0" dirty="0">
                <a:solidFill>
                  <a:srgbClr val="FF0000"/>
                </a:solidFill>
                <a:effectLst/>
                <a:latin typeface="-apple-system"/>
              </a:rPr>
              <a:t>Text </a:t>
            </a:r>
            <a:r>
              <a:rPr lang="en-US" altLang="ko-KR" b="0" i="0" dirty="0" err="1">
                <a:solidFill>
                  <a:srgbClr val="FF0000"/>
                </a:solidFill>
                <a:effectLst/>
                <a:latin typeface="-apple-system"/>
              </a:rPr>
              <a:t>Text</a:t>
            </a:r>
            <a:r>
              <a:rPr lang="en-US" altLang="ko-KR" b="0" i="0" dirty="0">
                <a:solidFill>
                  <a:srgbClr val="FF0000"/>
                </a:solidFill>
                <a:effectLst/>
                <a:latin typeface="-apple-system"/>
              </a:rPr>
              <a:t> alignment, Buttons Outline buttons </a:t>
            </a:r>
            <a:r>
              <a:rPr lang="ko-KR" altLang="en-US" b="0" i="0" dirty="0">
                <a:solidFill>
                  <a:srgbClr val="FF0000"/>
                </a:solidFill>
                <a:effectLst/>
                <a:latin typeface="-apple-system"/>
              </a:rPr>
              <a:t>검색하여 </a:t>
            </a:r>
            <a:r>
              <a:rPr lang="ko-KR" altLang="en-US" sz="1800" b="0" i="0" u="none" strike="noStrike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홈 돌아가기 버튼을 추가</a:t>
            </a:r>
            <a:endParaRPr lang="en-US" altLang="ko-KR" sz="1800" b="0" i="0" u="none" strike="noStrike" dirty="0"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  <a:p>
            <a:pPr rtl="0">
              <a:spcBef>
                <a:spcPts val="0"/>
              </a:spcBef>
              <a:spcAft>
                <a:spcPts val="500"/>
              </a:spcAft>
            </a:pP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3) </a:t>
            </a:r>
            <a:r>
              <a:rPr lang="ko-KR" altLang="en-US" sz="1800" b="0" i="0" u="none" strike="noStrike" dirty="0">
                <a:effectLst/>
                <a:latin typeface="Arial" panose="020B0604020202020204" pitchFamily="34" charset="0"/>
              </a:rPr>
              <a:t>웹 브라우저에 </a:t>
            </a: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'http://localhost:8080/Exercise/ch02/</a:t>
            </a:r>
            <a:r>
              <a:rPr lang="en-US" altLang="ko-KR" dirty="0">
                <a:solidFill>
                  <a:srgbClr val="FF0000"/>
                </a:solidFill>
                <a:latin typeface="Arial" panose="020B0604020202020204" pitchFamily="34" charset="0"/>
              </a:rPr>
              <a:t>scriptlet2</a:t>
            </a:r>
            <a:r>
              <a:rPr lang="en-US" altLang="ko-KR" sz="1800" b="0" i="0" u="none" strike="noStrike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.jsp</a:t>
            </a:r>
            <a:r>
              <a:rPr lang="en-US" altLang="ko-KR" sz="1800" b="0" i="0" u="none" strike="noStrike" dirty="0">
                <a:effectLst/>
                <a:latin typeface="Arial" panose="020B0604020202020204" pitchFamily="34" charset="0"/>
              </a:rPr>
              <a:t>'</a:t>
            </a:r>
            <a:r>
              <a:rPr lang="ko-KR" altLang="en-US" sz="1800" b="0" i="0" u="none" strike="noStrike" dirty="0">
                <a:effectLst/>
                <a:latin typeface="Arial" panose="020B0604020202020204" pitchFamily="34" charset="0"/>
              </a:rPr>
              <a:t>를 입력하여 실행</a:t>
            </a:r>
            <a:r>
              <a:rPr lang="ko-KR" altLang="en-US" sz="1800" b="0" i="0" u="none" strike="noStrike" dirty="0">
                <a:effectLst/>
                <a:latin typeface="Times New Roman" panose="02020603050405020304" pitchFamily="18" charset="0"/>
              </a:rPr>
              <a:t>결과를 확인합니다</a:t>
            </a:r>
            <a:r>
              <a:rPr lang="en-US" altLang="ko-KR" sz="1800" b="0" i="0" u="none" strike="noStrike" dirty="0">
                <a:effectLst/>
                <a:latin typeface="Times New Roman" panose="02020603050405020304" pitchFamily="18" charset="0"/>
              </a:rPr>
              <a:t>.</a:t>
            </a:r>
            <a:endParaRPr lang="en-US" altLang="ko-KR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72038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6D793E58-726D-4021-B16A-62709E4A7B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9375" y="1539997"/>
            <a:ext cx="7258050" cy="315277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6462D6B-FF6A-41F2-A9DE-A6D7B41614A6}"/>
              </a:ext>
            </a:extLst>
          </p:cNvPr>
          <p:cNvSpPr txBox="1"/>
          <p:nvPr/>
        </p:nvSpPr>
        <p:spPr>
          <a:xfrm>
            <a:off x="812800" y="2164551"/>
            <a:ext cx="2665046" cy="2372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0"/>
              </a:spcBef>
              <a:spcAft>
                <a:spcPts val="500"/>
              </a:spcAft>
            </a:pPr>
            <a:r>
              <a:rPr lang="en-US" altLang="ko-KR" sz="1800" b="0" i="0" u="none" strike="noStrike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1) </a:t>
            </a:r>
            <a:r>
              <a:rPr lang="ko-KR" altLang="en-US" sz="1800" b="0" i="0" u="none" strike="noStrike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반복 구문과 </a:t>
            </a:r>
            <a:r>
              <a:rPr lang="en-US" altLang="ko-KR" sz="1800" b="0" i="0" u="none" strike="noStrike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if </a:t>
            </a:r>
            <a:r>
              <a:rPr lang="ko-KR" altLang="en-US" sz="1800" b="0" i="0" u="none" strike="noStrike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문장으로 </a:t>
            </a:r>
            <a:r>
              <a:rPr lang="en-US" altLang="ko-KR" sz="1800" b="0" i="0" u="none" strike="noStrike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1~10</a:t>
            </a:r>
            <a:r>
              <a:rPr lang="ko-KR" altLang="en-US" sz="1800" b="0" i="0" u="none" strike="noStrike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중에서 홀수를 출력</a:t>
            </a:r>
            <a:endParaRPr lang="en-US" altLang="ko-KR" sz="1800" b="0" i="0" u="none" strike="noStrike" dirty="0"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  <a:p>
            <a:pPr>
              <a:spcAft>
                <a:spcPts val="500"/>
              </a:spcAft>
            </a:pPr>
            <a:r>
              <a:rPr lang="en-US" altLang="ko-KR" sz="1800" b="0" i="0" u="none" strike="noStrike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2) </a:t>
            </a:r>
            <a:r>
              <a:rPr lang="en-US" altLang="ko-KR" dirty="0">
                <a:solidFill>
                  <a:srgbClr val="FF0000"/>
                </a:solidFill>
                <a:latin typeface="Arial" panose="020B0604020202020204" pitchFamily="34" charset="0"/>
              </a:rPr>
              <a:t>bootstrap</a:t>
            </a:r>
            <a:r>
              <a:rPr lang="ko-KR" altLang="en-US" dirty="0">
                <a:solidFill>
                  <a:srgbClr val="FF0000"/>
                </a:solidFill>
                <a:latin typeface="Arial" panose="020B0604020202020204" pitchFamily="34" charset="0"/>
              </a:rPr>
              <a:t> </a:t>
            </a:r>
            <a:r>
              <a:rPr lang="en-US" altLang="ko-KR" dirty="0">
                <a:solidFill>
                  <a:srgbClr val="FF0000"/>
                </a:solidFill>
                <a:latin typeface="Arial" panose="020B0604020202020204" pitchFamily="34" charset="0"/>
              </a:rPr>
              <a:t>5.3</a:t>
            </a:r>
            <a:r>
              <a:rPr lang="ko-KR" altLang="en-US" dirty="0">
                <a:solidFill>
                  <a:srgbClr val="FF0000"/>
                </a:solidFill>
                <a:latin typeface="Arial" panose="020B0604020202020204" pitchFamily="34" charset="0"/>
              </a:rPr>
              <a:t>에서 </a:t>
            </a:r>
            <a:r>
              <a:rPr lang="en-US" altLang="ko-KR" b="0" i="0" dirty="0">
                <a:solidFill>
                  <a:srgbClr val="FF0000"/>
                </a:solidFill>
                <a:effectLst/>
                <a:latin typeface="-apple-system"/>
              </a:rPr>
              <a:t>Text </a:t>
            </a:r>
            <a:r>
              <a:rPr lang="en-US" altLang="ko-KR" b="0" i="0" dirty="0" err="1">
                <a:solidFill>
                  <a:srgbClr val="FF0000"/>
                </a:solidFill>
                <a:effectLst/>
                <a:latin typeface="-apple-system"/>
              </a:rPr>
              <a:t>Text</a:t>
            </a:r>
            <a:r>
              <a:rPr lang="en-US" altLang="ko-KR" b="0" i="0" dirty="0">
                <a:solidFill>
                  <a:srgbClr val="FF0000"/>
                </a:solidFill>
                <a:effectLst/>
                <a:latin typeface="-apple-system"/>
              </a:rPr>
              <a:t> alignment, Buttons Outline buttons </a:t>
            </a:r>
            <a:r>
              <a:rPr lang="ko-KR" altLang="en-US" b="0" i="0" dirty="0">
                <a:solidFill>
                  <a:srgbClr val="FF0000"/>
                </a:solidFill>
                <a:effectLst/>
                <a:latin typeface="-apple-system"/>
              </a:rPr>
              <a:t>검색하여 </a:t>
            </a:r>
            <a:r>
              <a:rPr lang="ko-KR" altLang="en-US" sz="1800" b="0" i="0" u="none" strike="noStrike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홈 돌아가기 버튼을 추가</a:t>
            </a:r>
            <a:endParaRPr lang="en-US" altLang="ko-KR" sz="1800" b="0" i="0" u="none" strike="noStrike" dirty="0"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잉크 2">
                <a:extLst>
                  <a:ext uri="{FF2B5EF4-FFF2-40B4-BE49-F238E27FC236}">
                    <a16:creationId xmlns:a16="http://schemas.microsoft.com/office/drawing/2014/main" id="{5E129D86-F44D-4062-90AF-E646C6368328}"/>
                  </a:ext>
                </a:extLst>
              </p14:cNvPr>
              <p14:cNvContentPartPr/>
              <p14:nvPr/>
            </p14:nvContentPartPr>
            <p14:xfrm>
              <a:off x="4108194" y="2410818"/>
              <a:ext cx="183600" cy="943200"/>
            </p14:xfrm>
          </p:contentPart>
        </mc:Choice>
        <mc:Fallback xmlns="">
          <p:pic>
            <p:nvPicPr>
              <p:cNvPr id="3" name="잉크 2">
                <a:extLst>
                  <a:ext uri="{FF2B5EF4-FFF2-40B4-BE49-F238E27FC236}">
                    <a16:creationId xmlns:a16="http://schemas.microsoft.com/office/drawing/2014/main" id="{5E129D86-F44D-4062-90AF-E646C636832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099194" y="2401818"/>
                <a:ext cx="201240" cy="96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잉크 5">
                <a:extLst>
                  <a:ext uri="{FF2B5EF4-FFF2-40B4-BE49-F238E27FC236}">
                    <a16:creationId xmlns:a16="http://schemas.microsoft.com/office/drawing/2014/main" id="{372E4E05-A0AA-407A-BC29-7AB147492798}"/>
                  </a:ext>
                </a:extLst>
              </p14:cNvPr>
              <p14:cNvContentPartPr/>
              <p14:nvPr/>
            </p14:nvContentPartPr>
            <p14:xfrm>
              <a:off x="8173314" y="3385338"/>
              <a:ext cx="426600" cy="553680"/>
            </p14:xfrm>
          </p:contentPart>
        </mc:Choice>
        <mc:Fallback xmlns="">
          <p:pic>
            <p:nvPicPr>
              <p:cNvPr id="6" name="잉크 5">
                <a:extLst>
                  <a:ext uri="{FF2B5EF4-FFF2-40B4-BE49-F238E27FC236}">
                    <a16:creationId xmlns:a16="http://schemas.microsoft.com/office/drawing/2014/main" id="{372E4E05-A0AA-407A-BC29-7AB14749279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164314" y="3376698"/>
                <a:ext cx="444240" cy="571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507497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194</Words>
  <Application>Microsoft Office PowerPoint</Application>
  <PresentationFormat>와이드스크린</PresentationFormat>
  <Paragraphs>12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9" baseType="lpstr">
      <vt:lpstr>-apple-system</vt:lpstr>
      <vt:lpstr>맑은 고딕</vt:lpstr>
      <vt:lpstr>Arial</vt:lpstr>
      <vt:lpstr>Times New Roman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황 병규</dc:creator>
  <cp:lastModifiedBy>황득영</cp:lastModifiedBy>
  <cp:revision>32</cp:revision>
  <dcterms:created xsi:type="dcterms:W3CDTF">2021-05-07T22:37:15Z</dcterms:created>
  <dcterms:modified xsi:type="dcterms:W3CDTF">2025-05-13T07:52:44Z</dcterms:modified>
</cp:coreProperties>
</file>