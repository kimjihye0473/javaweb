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721" r:id="rId3"/>
    <p:sldId id="260" r:id="rId4"/>
    <p:sldId id="259" r:id="rId5"/>
    <p:sldId id="257" r:id="rId6"/>
    <p:sldId id="258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9:50:22.4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0 244 6278,'5'0'3000,"15"0"-395,-15 0-1265,-2-4-1185,11-10 117,-11 10 203,0 2 198,-2 1-519,0 1-1,0 0 1,0-1 0,0 0 0,0 1-1,0-1 1,-1 1 0,1-1-1,0 0 1,-1 1 0,1-1 0,0 0-1,-1 0 1,1 0 0,-1 0-1,1 1 1,-1-1 0,1 0 0,-1 0-1,0 0 1,1 0 0,-1 0-1,0 0 1,0 0 0,0 0 0,0 0-1,0 0 1,0 0 0,0 0-1,0 0 1,0 0 0,0 0 0,-1-2-1,0-1 1470,17-4-1258,-10 4-279,0 1 0,0 0 0,0 0 1,1 1-1,-1-1 0,1 1 0,-1 1 1,1-1-1,0 1 0,9 0 0,188 19 1201,178-6-374,-285-8-697,156-13 0,-79 5-63,16-1 111,-37-12 130,148-13 12,-152 18-158,-83 5-60,-1 3-1,1 2 1,112 12 0,64 21-2009,-231-30 1277,-9 0 333,-1-1 0,1 1 0,0-1 0,0 0 0,0 0 0,0 0 1,0 0-1,0 0 0,0 0 0,-1 0 0,1 0 0,0-1 0,0 1 1,0-1-1,0 0 0,-1 1 0,1-1 0,0 0 0,-1 0 0,1 0 1,0 0-1,-1 0 0,2-2 0,18-16-3502,-7 8 1050,-1-1 0,0-1 0,15-20-1,6-8-2071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9:50:24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92 4548,'-17'-7'2589,"22"20"8061,86-5-6720,170 4-1501,-108-13-1351,317 7-192,61 38-192,-269-21-210,0-12 0,463-41 0,-40-33-228,-644 59-242,434-24 197,-226 28-382,-249 0 118,1 0 1,0 0 0,0 0-1,0 0 1,0 0 0,0 0-1,0 0 1,-1 0-1,1 1 1,0-1 0,0 0-1,0 1 1,0-1 0,-1 0-1,1 1 1,0-1 0,0 1-1,-1-1 1,1 1 0,0-1-1,-1 1 1,2 1-1,-2-2-177,0 1-1,1-1 0,-1 1 0,1-1 0,-1 1 1,1-1-1,-1 0 0,1 1 0,-1-1 0,1 0 1,0 1-1,-1-1 0,1 0 0,-1 0 0,1 1 1,0-1-1,-1 0 0,1 0 0,0 0 0,-1 0 0,1 0 1,1 0-1,9-26-9533,-6-4 4821,6-3-65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9:50:39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1 193 6182,'0'0'4308,"6"-23"-3768,0 7 3532,17-12-1653,-20 25-2088,1 1-16,11-6-36,1 0 0,0 2 0,0 0 0,1 1 1,22-5-1,98-12 1254,-115 19-1384,245-17 1383,-122 13-1079,-20 2-265,468-16 234,-356 37-191,1 0-110,-12-5-100,4 0 17,586-17 229,-188 12-150,131-6 556,-283 18-727,-1 0-79,353-36 742,-48 12-545,96-17 62,-812 21-124,712 2 153,-143 21-91,-302-12-52,-44-3 45,19 2-14,57 3 144,150 9 416,-191-10-128,555 9 203,-139 9-779,-664-21-739,0 0-3563,-2-3-5964,-54-7 3146,-5-7 5515,-12 8 1013,4-19-2236,-5 19 2714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9:50:40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19 9161,'0'0'7345,"0"-1"-7355,0 0 0,-1 0 0,1 1 0,0-1 0,0 0 0,0 1 0,0-1 0,0 0 0,0 0 0,0 1 0,0-1 0,0 0 0,0 0 0,1 1 0,-1-1 0,0 0 0,0 1 0,1-1 0,-1 0 0,0 1 0,1-1-1,-1 1 1,1-1 0,0 0 0,347 26 3284,-94-2-1866,135-13-375,-94-4-843,334-7 188,37 0-457,-643 3 68,1125 13 587,-887-29 11,379-10-255,-620 24-965,-1 0 0,1 2 1,0 0-1,-1 1 1,30 8-1,-21-2-3562,-21-7 2184,0 0-1,0 0 0,-1 1 0,1 0 0,9 6 0,-1 1-1869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9:50:41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292 44 5669,'0'1'69,"0"-1"0,0 0 0,0 0-1,1 1 1,-1-1 0,0 0 0,0 0-1,1 0 1,-1 1 0,0-1 0,1 0 0,-1 0-1,0 0 1,0 0 0,1 0 0,-1 0-1,0 0 1,1 1 0,-1-1 0,0 0-1,1 0 1,-1 0 0,0 0 0,1-1-1,-1 1 1,0 0 0,1 0 0,-1 0 0,0 0-1,1 0 1,-1 0 0,0 0 0,0-1-1,1 1 1,-1 0 0,0 0 0,1 0-1,-1 0 1,0-1 0,0 1 0,0 0-1,1 0 1,-1-1 0,0 1 0,0 0 0,1-1-1,-9-12 1982,6 10-1662,-1-1 856,3 0-1010,0-10-282,0 10-58,-4 4 148,-11 0 177,12 0 102,-1 3 74,-7 13-119,-1 0 0,2 0 0,0 2 0,1-1 0,1 1 0,-6 19 0,-26 66 144,4 2 0,5 2 0,4 0 0,6 2 0,-15 201 0,35-280-481,1-1 0,2 0 0,0 0 1,2 0-1,2 0 0,0 0 0,2-1 0,1 0 1,1-1-1,1 0 0,2 0 0,0-1 0,2-1 1,1 0-1,1-1 0,1-1 0,33 33 0,0-12-559,1-1-1,70 41 0,-40-28-538,-42-20-749,-35-30 944,1 0 0,0 0 1,0 0-1,0-1 0,1 0 0,0 0 0,0-1 0,0 1 0,0-2 1,1 1-1,8 2 0,14 1 462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9:50:44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32 13933,'-30'-16'4100,"24"12"-1340,4-7-1555,-2 10-1399,4 2 191,0 0-1,0 0 1,0-1 0,0 1 0,0 0 0,0 0-1,0-1 1,0 1 0,0 0 0,0-1 0,1 1-1,-1 0 1,0 0 0,0-1 0,1 1 0,-1-1 0,1 1-1,-1 0 1,0-1 0,1 1 0,-1-1 0,1 1-1,-1-1 1,1 1 0,0-1 0,-1 1 0,1-1-1,0 1 1,9 5 213,1-1 0,-1 0 0,1-1 0,-1 0 0,1 0 0,0-1 0,1-1-1,-1 0 1,0 0 0,15-1 0,27 6 268,148 21 549,382 1 1,-240-26-1014,317-5 74,-372-3-54,79-3 236,162-10 50,-454 14-266,183-5-487,-220 12-628,-33-2 643,-1 0 1,1-1-1,-1 1 1,1-1-1,0 0 1,-1-1 0,1 1-1,-1-1 1,1 0-1,8-2 1,23-5-5471,-31 7 5037,0 1-1,0-1 0,0 0 1,0-1-1,0 1 0,0-1 0,0 0 1,0 0-1,0 0 0,-1-1 1,1 0-1,-1 1 0,0-2 0,4-3 1,-6 4 528,0 0 0,0-1 0,0 1 0,-1-1 0,0 1 0,1-1 0,0-7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6:13.9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1 16720,'-3'44'6964,"2"-37"-6818,0-1 1,0 1-1,1 0 0,0 0 1,0-1-1,0 1 0,1 0 0,0-1 1,1 1-1,3 10 0,9 16-415,18 46 465,-30-75-544,-1 1 0,1-1 0,-1 0-1,0 1 1,-1-1 0,1 0 0,-1 1-1,0-1 1,0 1 0,0-1-1,-1 0 1,1 1 0,-3 7 0,-10 23-6672,11-28 5718,-1 0 0,0 0 0,0 0 0,0 0 0,-1 0 0,0-1 0,-7 9 0,-18 8-1607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6:14.4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87 9577,'0'0'3902,"5"-2"-325,174-56 1415,-155 49-4567,-17 6-236,0 0-1,0 1 0,0-1 0,0 1 1,1 1-1,-1-1 0,1 1 1,0 1-1,-1-1 0,1 1 0,8 1 1,-15 0-189,0 0 1,0 0-1,-1 0 1,1-1-1,0 1 0,0 0 1,-1 0-1,1 0 1,-1 0-1,1 0 1,-1 0-1,0 1 1,1-1-1,-1 0 0,0 0 1,0 0-1,1 0 1,-1 0-1,0 0 1,0 1-1,-1 0 0,1-1-4,2 13-76,-2 0 1,1 1-1,-2-1 0,0 0 1,-1 1-1,0-1 1,-1 0-1,-1 0 0,0-1 1,-9 19-1,-8 12-517,-43 68 0,62-107 510,-95 141-4814,79-122 1995,-1-1-1,-1-1 0,-40 34 1,56-52 850,8-6 706,15-10 3664,-2 0 0,32-28-1,-28 22 1221,37-25-1,-49 37-2932,0 1 0,1 0 0,-1 1 1,1 0-1,0 1 0,12-3 0,-9 4-500,0 1 1,1 0-1,-1 1 0,1 0 0,-1 1 0,1 1 1,18 4-1,16-3-1637,-42-4 555,-1 1 1,1 0-1,0 1 1,0-1 0,0 1-1,-1 0 1,10 3-1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6:14.8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54 9833,'13'55'5975,"-10"-41"-5368,0-1 0,0 1 0,1-1 0,1 0 0,7 14 0,-10-23-547,0-1-1,0 0 1,0 0 0,1 0 0,-1 0-1,1-1 1,-1 1 0,1-1 0,0 1-1,0-1 1,0 0 0,1 0 0,-1 0-1,0-1 1,1 1 0,-1-1 0,1 0-1,-1 0 1,1 0 0,0 0 0,-1-1-1,1 1 1,7-1 0,2-1 58,-1 0 1,1-1-1,-1-1 0,0 0 1,0 0-1,0-1 1,0-1-1,20-10 0,-22 9-670,0 0 0,0-1 0,-1 0 0,1 0-1,14-16 1,14-16-4647,-27 30 3411,0-1-1,-1-1 1,-1 0-1,1 0 1,7-13 0,-6-17-919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6:15.2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46 16175,'5'-2'1631,"1"0"-1,0 1 1,0-1-1,0 1 1,12-1-1,24-6 497,82-18-1203,-121 25-946,-2 1-30,0 1 41,0 0 1,0-1 0,0 1 0,0 0 0,0 0 0,-1 0 0,1 0 0,0-1 0,0 1 0,-1 0-1,1 0 1,0 0 0,-1 1 0,1-1 0,-1 0 0,0 0 0,1 0 0,-1 0 0,0 0-1,0 0 1,1 1 0,-1 1 0,1 33-352,-1-30 241,-2 11-458,-1 0 0,-1 0 0,0-1 1,-1 1-1,-1-1 0,-1 0 0,0-1 0,-15 23 1,2 1-2402,10-22 977,0 0 0,-1-1 1,-1 0-1,-1-1 0,0-1 1,-19 17-1,-1-11-2567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6:15.5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11 15086,'-4'-3'9220,"-7"-5"-7472,7 12-399,8 27 19,3 4-1685,13 192-1097,-12 118-5558,-35 231-6028,9-344 8046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00:15:46.8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104 873 24575,'0'2'0,"1"0"0,0 0 0,-1 0 0,1-1 0,0 1 0,0 0 0,0 0 0,0-1 0,0 1 0,0-1 0,0 1 0,1-1 0,-1 1 0,1-1 0,-1 0 0,1 0 0,-1 0 0,4 2 0,35 19 0,-33-19 0,83 36 0,115 32 0,-82-30 0,817 214 0,-892-245 0,131 29 0,276 23 0,530-51 0,-576-14 0,1576 3 0,-1533 24 0,-56 0 0,-305-22 0,-13 2 0,0-4 0,129-16 0,-188 11 0,0 0 0,0-1 0,-1 0 0,0-2 0,0 0 0,-1-1 0,0-1 0,0 0 0,-1-2 0,-1 1 0,0-2 0,0 0 0,12-16 0,-6 5 0,-1-1 0,-2-1 0,-1 0 0,0-1 0,-2-1 0,-2-1 0,14-39 0,-16 36 0,47-150 0,-50 149 0,-2 0 0,-1 0 0,2-60 0,-7 24 0,-5-139 0,5 204 0,-2-1 0,1 1 0,-1-1 0,1 1 0,-1-1 0,0 1 0,-1 0 0,1 0 0,-1 0 0,0 0 0,0 1 0,0-1 0,-7-5 0,-54-42 0,46 38 0,-20-13 0,-2 2 0,-1 2 0,-1 1 0,-1 2 0,0 2 0,-56-14 0,-280-44 0,-11 45 0,-4 33 0,117 1 0,-1473-4-3101,500 0 6202,977-13-3101,-6 1 0,-1406 13 0,1668 1 0,0 1 0,0 0 0,0 2 0,0 0 0,1 0 0,0 2 0,0 0 0,1 1 0,0 0 0,-23 18 0,34-23 0,1 0 0,0 1 0,-1-1 0,1 1 0,1 0 0,-1 0 0,0 0 0,1 0 0,0 1 0,0-1 0,0 1 0,1-1 0,-1 1 0,1-1 0,0 1 0,1 0 0,-1 7 0,0 13 0,1 0 0,3 31 0,1-8 0,-4-34 0,1-1 0,1 0 0,0 0 0,1 0 0,0 0 0,1-1 0,1 1 0,0-1 0,0 0 0,2 0 0,-1-1 0,9 12 0,10 16 0,-9-15 0,-1 1 0,-1 0 0,19 50 0,-25-52-227,-1 0-1,-2 0 1,0 0-1,-1 1 1,0 30-1,-3-33-6598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6:22.9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164 157 18321,'-30'19'9081,"23"-14"-9175,2 0 0,-1 0 0,1 0 0,-1 1 0,1 0 0,1 0-1,-7 11 1,-7 9-383,-30 50-788,45-71 1165,1 1-1,-1-1 1,1 1-1,0 0 1,0 0 0,1-1-1,0 1 1,0 0 0,0 0-1,1 1 1,0 8-1,0-14 91,0 0 0,1 1-1,-1-1 1,0 0-1,1 1 1,-1-1-1,1 0 1,-1 0-1,1 0 1,0 1-1,-1-1 1,1 0 0,0 0-1,0 0 1,0 0-1,0 0 1,0 0-1,0-1 1,0 1-1,0 0 1,0 0 0,0-1-1,1 1 1,1 0-1,0 0 29,1 0-1,0 0 1,-1-1-1,1 1 1,0-1-1,0 0 0,-1 0 1,8-2-1,1 0 160,-1-1 0,1 0-1,-1-1 1,20-9 0,-15 5 131,-1-1 1,0-1-1,-1-1 0,0 0 1,-1-1-1,0 0 1,-1-1-1,0 0 0,-1-1 1,12-18-1,-19 24-218,1 0-1,-1 0 0,0-1 1,-1 0-1,1 1 1,-2-1-1,1 0 1,-2 0-1,1 0 0,-1-1 1,0 1-1,-1 0 1,0 0-1,-1-1 1,1 1-1,-2 0 0,1 0 1,-2 0-1,1 0 1,-1 0-1,-6-12 1,8 17-347,-1 0 1,0 0-1,0 1 1,-1-1-1,1 1 1,-1-1-1,1 1 1,-1 0-1,0 0 1,0 0-1,0 1 1,-1-1-1,1 1 1,-1-1-1,1 1 1,-1 0-1,0 1 1,0-1-1,0 1 1,0-1-1,0 1 1,0 0-1,-7 0 1,-3 1-1703,0 1 0,0 0 1,0 1-1,0 1 0,-22 7 0,-30 5-5410,21-13 2805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6:23.3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114 0 14734,'1'12'8426,"-1"-11"-8234,0 1 0,0-1 0,0 1 0,0-1 0,1 0 0,-1 1 0,0-1 0,1 0 0,-1 0 1,1 1-1,-1-1 0,1 0 0,-1 0 0,1 0 0,0 0 0,0 1 0,1 0 0,3 0-248,32 10-567,-35-12 590,0 1 0,0 0-1,0 0 1,0 0 0,0 0-1,0 1 1,0-1 0,0 0 0,0 1-1,-1-1 1,1 1 0,-1 0-1,1 0 1,-1-1 0,2 3-1,0 14 11,0 0 0,-1 1 0,-1-1 0,-1 0-1,0 0 1,-1 1 0,-6 24 0,3-9-155,-73 488-5942,74-506 5631,-4 20-2172,-2 0 0,-2-1 0,0 0 0,-3-1 0,-27 52-1,22-40 196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6:23.6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14253,'14'37'4293,"-14"-6"95,0 10-3556,10 7-639,0 9-386,-1-5-319,6 10-897,-15-18-705,15 1-1282,-1-4-864,-2-15-4388,-17-42 5221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6:24.0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122 101 4708,'7'-7'1094,"-1"0"-1,0 0 1,-1 0-1,7-11 0,-8 12-450,-1 0-1,1 0 1,0 1 0,1 0-1,-1-1 1,1 2-1,8-8 1,-12 12-568,0-1 0,0 0 1,1 1-1,-1-1 0,0 1 0,0 0 1,0-1-1,0 1 0,1 0 0,-1 0 0,0 0 1,0 0-1,0 0 0,1 0 0,-1 0 1,0 0-1,0 0 0,0 1 0,1-1 1,-1 0-1,0 1 0,0-1 0,0 1 1,0-1-1,0 1 0,0-1 0,0 1 1,0 0-1,0 0 0,0 0 0,0-1 1,0 1-1,0 0 0,-1 0 0,1 0 0,0 1 1,21 39 231,-15-26-245,-2 1-1,0 0 1,0 0 0,-1 0 0,-1 0 0,-1 1-1,-1 0 1,0-1 0,-1 1 0,-2 22 0,0-31-33,1-1-1,-1 0 1,0 1 0,-1-1 0,0 0 0,0 0 0,0 0 0,-1-1 0,0 1 0,0-1 0,-1 0 0,1 0 0,-2 0 0,1 0 0,0-1 0,-1 0 0,0 0 0,0-1 0,-1 0 0,1 0 0,-1 0 0,0-1 0,0 0 0,-11 3 0,10-3 109,0-1 0,-1 0-1,1-1 1,-1 0 0,0 0 0,1-1 0,-1 0 0,0 0 0,0-1 0,1 0 0,-13-4-1,18 5-52,0-1-1,0 0 1,1 0-1,-1-1 1,0 1-1,1 0 1,-1-1-1,1 0 0,0 0 1,-1 1-1,1-1 1,0-1-1,0 1 1,0 0-1,0 0 0,1-1 1,-1 1-1,1-1 1,-1 1-1,1-1 1,0 0-1,0 1 0,0-1 1,0 0-1,1 0 1,-1 0-1,1 0 1,-1 0-1,1 0 1,0 0-1,0 0 0,1 1 1,-1-1-1,1 0 1,-1 0-1,1 0 1,1-3-1,-2 3-86,1 0 0,-1 0 0,1 0 1,0 0-1,0 0 0,0 0 0,0 0 0,1 1 0,-1-1 1,1 0-1,0 1 0,-1-1 0,1 1 0,0-1 0,0 1 1,1 0-1,-1 0 0,1 0 0,-1 0 0,1 0 0,-1 1 0,1-1 1,0 1-1,0 0 0,0 0 0,-1 0 0,1 0 0,4-1 1,-6 2-97,0 0-1,1 0 1,-1 0 0,0 0 0,0 0 0,1 0 0,-1 1 0,0-1 0,0 0 0,1 1 0,-1-1 0,0 0 0,0 1-1,0 0 1,0-1 0,0 1 0,2 1 0,18 9-2978,18 6-4174,-27-17 1648,10-13 3044,-4-11-1160,4 8 3067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6:24.4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70 1 16560,'70'38'9346,"-29"-12"-9511,68 59 0,-106-84 153,-2 0 0,1 1 0,0-1-1,0 1 1,0 0 0,-1 0 0,1 0-1,-1 0 1,1 0 0,-1 0 0,0 0 0,0 0-1,0 0 1,0 1 0,0-1 0,0 0-1,-1 1 1,1-1 0,-1 0 0,0 1 0,0-1-1,0 1 1,0-1 0,0 1 0,0-1-1,0 0 1,-2 5 0,-2 0-138,1 1 1,-2-1-1,1-1 0,-1 1 1,0-1-1,-12 12 1,7-7-42,-2 2-7,-206 248-2140,214-256 2403,1 1 0,-1 0 0,1-1 0,0 1 0,0 1 0,1-1 0,0 0 0,0 1 0,0-1-1,0 8 1,2-12-12,0 1 0,0 0 0,0 0 1,1 0-1,-1-1 0,1 1 0,0 0 0,-1-1 0,1 1 0,0 0 0,1-1 0,-1 1 0,0-1 0,1 0 0,0 1 0,-1-1 0,1 0 0,0 0 0,0 0 0,0 0 0,0 0 0,1-1 0,-1 1 0,0-1 0,1 1 0,3 1 0,9 3 53,1 0 0,-1-2-1,1 1 1,-1-2-1,1 0 1,0-1 0,0-1-1,0 0 1,1-1 0,-1-1-1,0 0 1,0-1-1,27-8 1,-38 9-218,0-1 0,-1 1 0,0-1 0,1 0-1,-1 0 1,0-1 0,6-4 0,-6 3-656,0 0-1,0 0 1,0 0-1,-1 0 1,1-1-1,-1 1 1,0-1-1,0 0 1,3-8-1,-2-1-1580,1-1 0,-2 1-1,0-1 1,-1 1 0,1-31 0,-8-10-59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6:25.0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152 103 14318,'68'2'9132,"7"1"-8593,-70-3-1075,0 1 1,-1 0-1,1 0 0,-1 1 0,1-1 0,-1 1 1,1 0-1,-1 0 0,0 0 0,0 1 1,0-1-1,4 4 0,-8-4 193,0-1 0,0 0 0,0 0 0,0 0 0,0 0 0,0 0 0,-1 0 1,1 0-1,0 0 0,-1 0 0,1 0 0,-1 0 0,1 0 0,-1 0 0,1 0 0,-1-1 0,0 1 0,1 0 0,-1 0 0,0 0 0,0-1 0,1 1 0,-1 0 0,0-1 0,0 1 0,0-1 1,-2 1-1,-31 24-2870,32-23 3141,-63 38-592,22-18 3250,37-20-1818,6-2-671,-1 0-1,1 0 0,0 0 0,-1 0 1,1 0-1,-1 0 0,1 0 1,0 0-1,-1 1 0,1-1 0,-1 0 1,1 0-1,0 0 0,-1 0 1,1 1-1,0-1 0,-1 0 0,1 0 1,0 1-1,-1-1 0,1 0 1,0 0-1,-1 1 0,1-1 0,0 0 1,0 1-1,0-1 0,-1 0 1,1 1-1,0-1 0,0 1 0,0-1 1,0 0-1,0 1 0,0-1 1,0 1-1,-1-1 0,1 0 0,0 1 1,1-1-1,-1 1 0,0-1 0,0 1 1,0-1-1,0 0 0,0 1 1,0-1-1,0 0 0,1 1 0,-1-1 1,0 1-1,0-1 0,0 0 1,1 1-1,-1-1 0,0 0 0,1 1 1,0 0 27,0-1 0,0 1 0,0-1 0,0 1 1,0-1-1,0 0 0,0 1 0,0-1 0,1 0 0,-1 0 0,0 1 1,0-1-1,0 0 0,0 0 0,0 0 0,0-1 0,1 1 1,-1 0-1,0 0 0,2-1 0,-2 0 93,11 0-541,-1 0 0,0-2 1,0 1-1,0-1 0,0-1 0,0 0 1,-1-1-1,15-8 0,-20 10 404,-1 1 0,0-1 0,0 0 0,-1-1 0,1 1 0,0-1 0,-1 1 0,0-1 0,0 0 0,0 0 0,-1-1 0,1 1 0,-1 0 0,0-1 0,0 0 1,-1 1-1,1-1 0,-1 0 0,0 0 0,0 0 0,0-9 0,-17-92 8418,18 84-7285,6 16-668,-7 7-548,1-1 0,-1 1 0,0-1-1,0 1 1,0 0 0,0 0 0,0 0-1,0 0 1,0-1 0,0 1 0,0 0 0,0 1-1,0-1 1,-1 0 0,1 0 0,0 0-1,-1 0 1,1 1 0,-1-1 0,0 0-1,1 2 1,6 30-257,-2 0 0,-1 0 0,-1 0 0,-4 55-1,-21 132-199,7-133 528,8-56 245,1 0 1,-1 48 0,8-77-304,0 0 1,0 0 0,0 0-1,1 0 1,-1 0 0,1 0 0,-1 0-1,1 0 1,0-1 0,0 1-1,-1-1 1,1 1 0,0-1 0,0 0-1,1 1 1,1 0 0,4 2 15,0 3-11,0 0 1,0 0 0,-1 1-1,0 0 1,0 0-1,-1 1 1,0 0 0,0 0-1,-1 0 1,0 0-1,0 1 1,-2 0 0,1 0-1,-1 0 1,0 1-1,-1-1 1,0 1 0,-1-1-1,0 1 1,-1 0-1,0-1 1,-3 18 0,-1 2-434,-1 0 1,-2 0 0,-1-1-1,-1 0 1,-1 0 0,-27 50-1,12-29-1722,-2-2-1,-3 0 0,-1-2 1,-2-2-1,-3-1 0,-1-1 1,-61 53-1,79-82 796,1-1-1,-33 16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00:16:01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1 803 24575,'5'4'0,"0"0"0,1-1 0,-1 0 0,1 0 0,-1 0 0,1-1 0,0 0 0,10 3 0,10 4 0,77 29 0,1-3 0,1-6 0,170 25 0,334 6 0,-252-46-6902,2-13 7231,221 6 6244,32 5-6573,-309-8 0,49 7 0,124 1 0,-134-13 0,662 16 0,-207-6 0,-738-16 0,0-2 0,0-3 0,-1-2 0,86-33 0,-52 16 0,-74 25 0,1 0 0,-2-1 0,1-2 0,-1 0 0,23-15 0,-31 18 0,-1-1 0,0-1 0,0 1 0,-1-1 0,0-1 0,0 1 0,0-1 0,-1 0 0,-1-1 0,0 1 0,5-12 0,-2-4-565,0 0 0,-2 0-1,-1 0 1,0-1 0,0-36-1,-9-129-2826,3 181 3544,0 0 0,-1 0 0,-1 0 0,0 0 0,0 1 0,-1-1-1,0 1 1,-1 0 0,0 0 0,0 1 0,-1-1 0,0 1 0,0 0 0,-1 1-1,0 0 1,0 0 0,-1 0 0,0 1 0,0 0 0,-10-5 0,-17-9 739,-1 2-1,-1 1 1,-63-19 0,83 30-860,-214-53-31,63 20 0,57 12-980,-2 4 0,-203-12-1,-234 25-2711,444 10 3541,-4189 5 5805,4062 8-11882,120 2 8681,2 5 0,-200 64-1,306-81-2452,0-1 0,0 1 0,1-1 0,-1 1 0,1 1 0,0-1 0,0 1 0,0-1 0,0 1 0,1 0 0,-1 0 0,1 1 0,0-1 0,0 1 0,1 0 0,-1-1 0,1 1 0,0 0 0,1 0 0,-1 1 0,0 6 0,-4 14 0,3 0 0,0 0 0,1 28 0,1-49 0,1 7-43,-1 202 212,3-172-542,2-1 0,1 1 1,12 43-1,-9-61-6453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8:12.6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12 6822,'0'0'6252,"17"1"-6444,14 4 414,0-2 1,0-1-1,37-2 1,24 1 216,251 33 328,-96-7-82,-156-24-207,0-4 0,167-24 0,80-2-188,281 10-95,3 0-283,-207 44-36,-1 34-4,226 20-101,-228-84 244,0-35 57,-28 2-89,-194 26-49,1 8 1,-1 8 0,321 52-1,-375-38 98,1-5-1,145-5 1,276-39 1672,-15 2-27,-416 23-6174,-1-10-4069,-74 5 4674,-48 7 3558,-1 0-1,1 0 1,-1 0 0,1-1 0,-1 1 0,0-1 0,0 0-1,0 0 1,2-3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8:16.3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134 0 12492,'4'2'7947,"13"9"-7513,-7-5-687,0 0 0,-1 0 1,0 1-1,0 1 0,-1-1 0,1 1 0,-2 1 1,1 0-1,-1 0 0,-1 0 0,0 1 0,0-1 0,7 17 1,-11-19 219,1-1 0,-1 1 0,0 0 0,-1 0 0,0 0 0,0 0 0,0 0 0,-1 1 0,0-1 0,-1 0 0,1 0 0,-1 0 0,-1 0 0,1 0 0,-1 0 0,0 0 0,-1 0 0,0-1 1,0 1-1,0-1 0,-1 0 0,-8 11 0,-6 4-511,0-1 1,-1-1-1,-31 24 1,20-21-2195,-63 35 0,74-50 634,20-16-783,29-22 1306,99-60 4009,-108 78-1416,0 1 1,1 1-1,1 1 1,33-11-1,-55 21-977,0-1-1,0 1 1,0-1-1,0 1 1,0 0 0,-1-1-1,1 1 1,0 0 0,0 0-1,0-1 1,0 1-1,0 0 1,0 0 0,0 0-1,0 0 1,0 0 0,0 0-1,0 1 1,0-1 0,0 0-1,0 0 1,0 1-1,0-1 1,0 0 0,0 1-1,-1-1 1,1 1 0,0 0-1,0-1 1,0 1-1,-1-1 1,1 1 0,0 0-1,-1 0 1,1-1 0,-1 1-1,1 0 1,-1 0-1,1 0 1,-1 0 0,1 0-1,-1-1 1,0 1 0,1 0-1,-1 0 1,0 0-1,0 0 1,0 0 0,0 0-1,0 0 1,0 0 0,0 0-1,0 0 1,0 0-1,-1 1 1,0 5-99,-1 0 0,0 0-1,0-1 1,-1 1 0,1-1 0,-7 10-1,-9 14-255,-1-2 0,-2 0-1,-1-1 1,-1-1 0,-1-1 0,-2-1-1,-35 27 1,49-45-1675,19-17 1444,24-21 486,-14 19 814,0 0 0,1 2-1,0 0 1,1 1 0,0 0-1,35-11 1,-42 18-469,-1 1 1,1 0-1,-1 0 1,1 1-1,0 1 0,0 0 1,-1 0-1,1 1 1,0 1-1,-1 0 0,1 0 1,-1 2-1,19 6 1,-16-5-415,-1 1 0,0 0 0,-1 1 1,1 0-1,14 12 0,10 19-3510,-15-10 633,-14-13-1059,-8-14 3981,0 0 0,0 0 1,0 0-1,0 0 1,0 0-1,0-1 0,0 1 1,-1 0-1,1 0 1,0 0-1,0 0 1,-1 0-1,1 0 0,-1-1 1,1 1-1,0 0 1,-1 0-1,1-1 0,-2 2 1,1-1-305,0-1 296,0 1 1,0 0 0,0-1 0,0 1 0,0-1 0,0 0 0,0 1 0,0-1 0,0 0 0,0 0 0,0 1-1,0-1 1,0 0 0,0 0 0,-1 0 0,0-1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8:16.6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1 143 5990,'34'0'3267,"-6"-16"-96,24 4-1826,14 1-832,11-4-898,4-1-928,0-5-769,9 11-673,-30-14-480,15 24 96,-40-18 1762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8:17.0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153 1 3812,'-10'18'1825,"-8"-10"-415,12 10-257,-4 1-352,0 14-257,1 4-224,-3 10-192,-1 1-96,-2 2-64,2-1-64,0-4-320,4-6-929,-6-26-1154,23 12-127,-16-41-1,31 16 2243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8:17.3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41 10602,'5'-2'965,"0"0"0,1 0 1,-1 1-1,1-1 0,-1 1 0,8 0 0,38-1 1904,3 0-2095,15-7-796,-25 2-457,1 2 0,0 2 0,0 2-1,47 4 1,-90-3 444,1 0 0,-1 1 1,0-1-1,1 1 0,-1-1 0,0 1 1,0 0-1,1 0 0,-1 0 0,0 0 1,0 0-1,0 0 0,0 0 0,0 1 0,-1-1 1,1 1-1,0 0 0,-1-1 0,1 1 1,-1 0-1,3 3 0,-3-2 30,0 0 0,-1 0 0,1 0 0,0 1 0,-1-1-1,0 0 1,0 0 0,0 0 0,0 1 0,0-1 0,0 0 0,-1 0 0,-2 6 0,-3 10 39,-2-1 0,0 0 1,-2 0-1,-12 19 0,13-22-186,-3 2-732,0 0-1,-1-1 1,-23 23 0,6-7-2182,21-22 1224,-1 0 0,0 0 0,-14 10 1,13-1-1795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8:17.6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8328,'3'2'199,"-1"0"1,1 0 0,-1 0-1,1 0 1,-1 0-1,0 1 1,0-1-1,0 1 1,0-1-1,0 1 1,-1 0 0,1-1-1,-1 1 1,1 0-1,-1 0 1,0 0-1,0 0 1,0 4 0,9 68 3541,-6-35-2936,28 218-5001,-2 384 0,-31-616 2763,-1 0 0,-1 0-1,-9 35 1,4-18-692,7-43 2109,1 1-1,-1 0 0,0 0 1,1-1-1,-1 1 0,0 0 1,0-1-1,0 1 0,0-1 1,1 1-1,-1-1 1,0 0-1,0 1 0,0-1 1,0 0-1,0 0 0,0 1 1,0-1-1,0 0 0,0 0 1,0 0-1,0 0 0,0 0 1,-1-1-1</inkml:trace>
  <inkml:trace contextRef="#ctx0" brushRef="#br0" timeOffset="1">222 560 11979,'29'0'3812,"28"16"-801,-3-3-5157,-4-13-1666,28 13-64,-16-19-127,21 12-129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8:31.2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495 29 13805,'0'-4'5912,"0"3"-5673,0 0 0,0 1 0,-1-1 0,1 0 0,0 0 0,0 0 0,-1 0 0,1 0 0,0 0 0,-1 0 0,1 1 0,-1-1 0,1 0 0,-1 0 1,1 1-1,-1-1 0,0 0 0,1 1 0,-2-2 0,-5 0-302,1 0 0,-1 1 0,1 0 1,-1 0-1,1 0 0,-1 1 0,1 0 0,-1 1 1,0-1-1,1 1 0,-7 2 0,-82 25-400,44-12 473,14-6 66,10-4 60,-1 2 0,1 0 0,0 2 0,1 1 0,-41 24 0,66-34-130,0-1 0,0 0 0,0 1 0,0-1 0,1 1 0,-1-1 1,0 1-1,0-1 0,1 1 0,-1-1 0,0 1 0,1 0 0,-1-1 0,0 1 0,1 0 0,-1 0 0,1 0 1,-1-1-1,1 1 0,0 0 0,-1 0 0,1 0 0,0 0 0,0 0 0,-1 0 0,1-1 0,0 1 1,0 0-1,0 0 0,0 0 0,0 0 0,0 0 0,1 0 0,-1 0 0,0 0 0,0 0 0,1-1 0,-1 1 1,0 0-1,1 0 0,-1 0 0,1 0 0,-1-1 0,1 1 0,-1 0 0,1 0 0,0-1 0,-1 1 0,1-1 1,0 1-1,-1 0 0,2 0 0,5 3 7,0 0 0,0-1 0,0 0-1,1 0 1,7 2 0,47 11-46,64 8 0,-83-18-132,-1 1 0,0 3 0,-1 1 0,70 30 0,-107-39 127,1 0 1,-1 1-1,1-1 0,-1 1 1,0 0-1,0 1 1,0-1-1,0 1 1,-1-1-1,0 1 0,1 0 1,-1 1-1,3 6 1,-4-8 9,-1 0-1,0 0 1,-1 1 0,1-1 0,-1 0 0,1 0-1,-1 1 1,0-1 0,0 0 0,0 1 0,-1-1-1,1 0 1,-1 1 0,0-1 0,0 0 0,0 0-1,0 0 1,-1 0 0,1 0 0,-1 0 0,1 0-1,-3 2 1,-7 10-226,0-1-1,-1 0 1,0-1-1,-1 0 0,0-1 1,-25 17-1,-98 51-4631,104-63 2992,12-6-140,-1-2 0,-1 0 0,-42 12 0,18-10-1660,1-20 1569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8:31.7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0 363 10218,'29'5'2080,"-1"-2"0,1 0 0,0-2 0,55-5 1,3 1-1330,98-7-3593,-151 5-403,51-13 0,-83 17 2998,0 1 1,0 0-1,0 0 0,0-1 1,0 0-1,0 1 0,-1-1 1,1 0-1,0 0 0,0 1 1,-1-2-1,1 1 0,0 0 1,-1 0-1,1 0 0,-1-1 1,1 1-1,-1-1 1,0 1-1,0-1 0,0 1 1,1-1-1,-2 0 0,1 0 1,0 0-1,0 1 0,0-1 1,-1 0-1,1 0 0,-1 0 1,0 0-1,1-2 0,-3-3-46,0 0-1,0 0 0,0 0 0,-1 0 1,0 1-1,0 0 0,-7-11 0,9 15 417,-46-88 3498,-16-27 2879,62 116-6439,1 0 0,-1 0 0,1 0 0,-1-1 0,0 1 0,0 0-1,0 1 1,1-1 0,-1 0 0,0 0 0,0 0 0,0 0 0,0 1-1,0-1 1,-1 0 0,1 1 0,0-1 0,0 1 0,0 0-1,0-1 1,-1 1 0,1 0 0,0-1 0,0 1 0,-1 0 0,1 0-1,-2 0 1,0 1-19,1 0 0,-1 0-1,1 0 1,0 1 0,-1-1-1,1 1 1,0-1 0,0 1 0,0-1-1,0 1 1,0 0 0,-2 3-1,-5 7 18,0 1 1,1 0-1,-9 20 0,-2 7 362,2 0 0,2 2 0,2 0-1,2 1 1,-11 82 0,19-100-294,1 1 0,1 0 0,1-1-1,2 1 1,1-1 0,0 1 0,2-1-1,1 0 1,1 0 0,1-1 0,16 35-1,-20-52-371,1 1 0,-1-1 0,1 0-1,0-1 1,1 1 0,0-1-1,0 0 1,0 0 0,1-1 0,-1 0-1,1 0 1,1 0 0,9 4 0,-14-8-166,1 1 1,-1-1 0,1 0 0,-1 0 0,1-1 0,-1 1-1,1-1 1,0 0 0,-1 0 0,1 0 0,0 0 0,-1 0-1,1-1 1,-1 0 0,1 0 0,-1 0 0,1 0 0,-1 0 0,1-1-1,-1 1 1,0-1 0,0 0 0,0 0 0,0 0 0,0-1-1,-1 1 1,1-1 0,0 1 0,-1-1 0,4-5 0,-4 4 168,-1 1 1,1 0-1,-1-1 1,0 1 0,0-1-1,0 1 1,0-1-1,0-4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8:32.1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15022,'4'2'3956,"1"1"-3657,0 1 0,0 0 0,0 0 0,-1 0 0,1 1 0,-1 0 0,0 0 0,0 0 0,-1 0 0,6 10 0,29 70-2238,-23-47 1609,-1-6 75,-2 1 1,-2 0 0,-1 0 0,9 69 0,-17-97 315,0 28 1565,-2-32-1596,1-1 0,0 1 0,0-1 0,0 1 0,0-1 0,0 1 0,0-1-1,0 1 1,-1-1 0,1 1 0,0-1 0,0 0 0,-1 1 0,1-1 0,0 1 0,0-1 0,-1 0 0,1 1 0,0-1 0,-1 0 0,1 0 0,-1 1 0,1-1 0,0 0 0,-1 0 0,1 1 0,-1-1 0,1 0 0,-1 0 0,1 0-1,-1 0 1,1 0 0,-1 0 0,1 0 0,-1 0 0,1 0 0,-1 0 0,1 0 0,0 0 0,-1 0 0,1 0 0,-1 0 0,1 0 0,-1 0 0,1-1 0,-1 1 0,1 0 0,0 0 0,-1-1 0,1 1 0,-1 0 0,1 0 0,-1-1 0,-3-7 551,2-4-630,1 0 0,1-1 0,0 1 0,0-1 0,1 1 0,0 0 0,2 0-1,-1 0 1,1 0 0,1 0 0,0 0 0,1 1 0,0-1 0,11-17 0,-2 6-483,0 1 0,1 0 1,1 1-1,1 1 1,1 0-1,23-19 1,-18 16-1331,7-5-2442,32 0-6821,-58 18 10260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8:32.5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9673,'0'0'3684,"11"45"-161,-11-19-2338,5 3-1569,1 4-161,11 3-127,-9-2 95,6 0-32,-7-6-159,1-4-481,-8-3-930,-15-26-959,-6-9-3044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8:32.8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9161,'11'21'5893,"-11"-1"-6501,9-2-962,2-2-864,10 8-609,16-4-3587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8:33.2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 2659,'4'-1'1227,"1"0"-1270,22-1 3500,-26 2-3336,0 1 0,0-1 0,0 0 0,-1 1 0,1-1 0,0 1 0,0-1 1,0 1-1,0-1 0,-1 1 0,1 0 0,0-1 0,-1 1 0,1 0 0,-1 0 0,1-1 0,0 1 1,-1 0-1,0 0 0,1 0 0,-1 0 0,0 0 0,1 0 0,-1 0 0,0 0 0,0 0 0,0-1 1,1 1-1,-1 0 0,0 0 0,-1 0 0,1 2 0,6 89 4344,17 51-2739,1 5-1554,16 355-593,-36-435-17,-3-6-2781,-6-14-5552,2-40 5595,-14-21 1542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8:33.6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1 234 11211,'31'-65'5519,"-25"52"-4546,0-1 0,1 1 0,10-15 0,-13 22-920,1 1 0,0-1 0,0 1-1,1 0 1,-1 1 0,1-1 0,0 1 0,0 0 0,13-5 0,-14 6-199,0 1 1,0 0-1,0 1 1,0-1 0,0 1-1,0 0 1,1 0-1,-1 1 1,0 0 0,0 0-1,1 0 1,-1 0-1,0 1 1,1 0-1,-1 0 1,0 0 0,0 1-1,0 0 1,0 0-1,0 0 1,6 4 0,-7-4-36,-1 1 0,1 0 0,-1 0 0,0 1 0,0-1 1,0 1-1,0-1 0,0 1 0,-1 0 0,0 0 0,1 0 1,-2 0-1,1 0 0,0 1 0,-1-1 0,0 1 0,0-1 1,0 1-1,0-1 0,-1 1 0,0-1 0,0 1 0,0-1 1,0 1-1,-2 4 0,0 1 45,0-1 1,0 1 0,-1-1-1,0 0 1,-1 1-1,0-2 1,-1 1-1,0 0 1,0-1 0,0 0-1,-1 0 1,-1-1-1,1 0 1,-1 0-1,0 0 1,-1-1 0,0 0-1,-12 8 615,109-51 1201,-64 28-1294,-1 0 0,0-2 0,-1-1 0,32-21 0,-49 29-172,0 0 0,-1-1 1,1 0-1,-1-1 0,-1 1 0,1-1 1,-1 0-1,0 0 0,0 0 0,-1-1 0,1 1 1,-1-1-1,-1 0 0,1 0 0,-1 0 1,-1 0-1,1 0 0,-1 0 0,-1 0 0,1-11 1,-1 14-210,0 0 0,-1 1 0,1-1 0,-1 0 0,0 1 0,0-1 0,0 1 0,0-1 0,-1 1 1,1 0-1,-1 0 0,0-1 0,0 1 0,0 0 0,0 0 0,-1 1 0,1-1 0,-1 0 0,0 1 0,-4-4 0,6 6-33,-1 0 0,1 0 0,-1 0 0,1 1 0,0-1-1,-1 0 1,1 0 0,0 1 0,-1-1 0,1 1 0,0-1 0,-1 1-1,1-1 1,0 1 0,0 0 0,0 0 0,-1 0 0,1-1-1,0 1 1,0 0 0,-1 2 0,2-3-9,-3 2 17,0 1-1,0 0 1,0 0 0,1 0 0,-1 0-1,1 0 1,0 1 0,0-1 0,0 1-1,0-1 1,0 1 0,1 0 0,0-1-1,0 1 1,0 0 0,0 0 0,0 0-1,1 0 1,0 0 0,0 0 0,0 0-1,0 0 1,0 0 0,1 0 0,0 0-1,0 0 1,3 7 0,-2-5-146,1 1-1,-1-1 1,1 0-1,1 0 1,-1 0-1,1-1 1,0 1 0,1-1-1,-1 0 1,1 0-1,0 0 1,0-1-1,1 1 1,-1-1 0,10 5-1,-2-4-729,0 0 0,0-1 0,0 0 0,1-1 0,-1-1 0,1 0 0,0-1-1,0 0 1,-1-1 0,1 0 0,0-1 0,0-1 0,18-5 0,10 1-1346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8:34.1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163 584 6854,'-4'-2'6432,"-10"-13"-4408,-30-78 4719,42 89-6284,2 3-462,-1 0 0,1 0 0,-1 0 0,0 0-1,1 0 1,-1 1 0,0-1 0,0 0 0,0 0 0,0 0 0,0 1 0,0-1 0,0 0 0,0 1-1,0-1 1,0 1 0,0-1 0,0 1 0,0 0 0,0-1 0,0 1 0,0 0 0,-1 0 0,1 0-1,0 0 1,0 0 0,0 0 0,0 0 0,-1 0 0,0 1 0,-4 3-97,1 1-1,1 0 1,-1 0 0,1 0-1,0 0 1,0 1 0,0 0 0,1 0-1,0 0 1,0 0 0,0 0 0,1 0-1,0 1 1,-2 10 0,0 6-109,0-1 1,2 1-1,0 28 1,2-37 193,1 0 0,1 0 0,0 1 0,1-1 1,0 0-1,10 24 0,-12-35 92,0 1 0,1 0 0,-1-1 0,1 1 0,0-1 0,0 1 0,1-1 0,-1 0 0,1 0 0,-1 0 0,1 0 0,0 0 0,0-1 0,0 1 0,0-1 0,1 0 0,-1 0 0,1 0 0,-1 0 0,1-1 0,0 1 1,0-1-1,0 0 0,-1 0 0,1-1 0,0 1 0,0-1 0,8 0 0,-8-1 40,0 0 0,-1-1 0,1 1 0,0-1 0,-1 0-1,1 0 1,-1 0 0,1-1 0,-1 1 0,0-1 0,0 0 0,0 1 0,-1-1 0,1-1 0,-1 1 0,1 0 0,-1-1 0,0 1 0,0-1 0,-1 0 0,1 1 0,-1-1 0,0 0 0,2-7 0,3-13 309,-1 0-1,3-45 1,-5-42-47,-4 0 0,-26-174 0,12 146-443,14 123-363,1 13-219,-2 7-101,-1 2 604,0 0 0,0 0 0,1 0 0,0 0 0,0 0 0,1 1 0,0-1 0,0 0 0,0 1 0,1 10 0,4 80-757,-1-58 581,4 68 163,24 126 0,10-67-3102,-28-127-3181,36 73 0,-46-106 2601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8:36.7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67 9673,'-6'-21'2517,"-9"-22"7746,14 41-9280,4 4-1010,3 4-90,-1 0 1,0 0 0,0 1-1,0 0 1,-1-1 0,0 1-1,6 15 1,21 62-660,-24-62 593,3 7-10,32 112-447,-38-127 647,-2 1 0,1 0-1,-2 0 1,0 0 0,-1 0-1,-1 0 1,-3 22 0,4-36-1,0 0 1,0 0 0,0 0-1,0 0 1,0 0 0,0 0-1,-1 0 1,1 0 0,0 0-1,0 0 1,-1-1-1,1 1 1,-1 0 0,1 0-1,-1 0 1,1 0 0,-1-1-1,0 1 1,1 0 0,-1 0-1,0-1 1,1 1 0,-1 0-1,0-1 1,0 1 0,0-1-1,0 1 1,0-1 0,1 0-1,-1 1 1,0-1 0,0 0-1,0 0 1,0 1 0,0-1-1,0 0 1,0 0 0,0 0-1,0 0 1,0 0 0,0-1-1,-1 1 1,0-1 15,0 1-1,1-1 1,-1 0 0,0 0 0,1 0-1,-1 0 1,1-1 0,0 1 0,-1 0-1,1 0 1,0-1 0,0 1-1,0-1 1,0 1 0,0-1 0,0 1-1,0-1 1,-1-2 0,1-4 88,1 1-1,-1 0 1,1-1-1,0 1 1,1 0-1,0-1 1,0 1 0,0 0-1,1 0 1,0 0-1,1 0 1,-1 0-1,1 0 1,1 1 0,5-10-1,2-2 41,2-1 1,0 2-1,29-30 0,-36 42-361,-1 0-1,2 0 1,-1 0 0,0 1-1,13-7 1,-4 5-2072,0 1 1,0 0-1,20-3 0,-28 6 1253,-5 1 860,0 1 0,0-1 0,1 0 0,-1 0 0,0 0 0,-1 0 0,1 0 0,0 0 1,0-1-1,0 1 0,-1-1 0,1 1 0,1-3 0,15-11 525,-13 11-270,39-22 239,-41 25-355,-1 0-1,1 0 1,0 0 0,-1 0 0,1 0-1,0 1 1,0-1 0,-1 1 0,1 0-1,0 0 1,0 0 0,0 0 0,0 0-1,-1 1 1,1-1 0,3 2 0,-5 0 5,1 0 1,-1 0-1,0 0 0,0 1 1,-1-1-1,1 0 1,0 0-1,-1 1 1,0-1-1,1 1 0,-1-1 1,0 0-1,0 1 1,0-1-1,0 1 1,-1-1-1,1 0 0,-2 4 1,-22 74-90,-5 18 753,27-90-227,1 0 1,0 0-1,1 0 0,0 0 0,0 0 0,1 1 0,-1-1 0,2 0 0,4 15 0,1-14 1420,-2-7-1529,-1 0 1,1-1 0,-1 0 0,1 1-1,-1-2 1,1 1 0,0 0 0,-1-1-1,1 0 1,0 0 0,-1-1-1,1 1 1,0-1 0,-1 0 0,1 0-1,-1 0 1,1-1 0,-1 1 0,0-1-1,1 0 1,-1-1 0,0 1-1,6-6 1,4 0-106,-1-1-1,0-1 0,0 0 1,-1 0-1,0-1 0,-1-1 1,0 0-1,10-17 0,-20 28-289,1-1 0,-1 1 0,-1-1 0,1 1 0,0-1 0,0 1-1,0-1 1,-1 0 0,1 0 0,-1 1 0,0-1 0,1 0 0,-1 0 0,0 0 0,0 1 0,0-1-1,0 0 1,0 0 0,-1 0 0,1 1 0,0-1 0,-1 0 0,1 0 0,-1 1 0,0-1-1,0 0 1,0 1 0,1-1 0,-1 1 0,-1-1 0,1 1 0,0-1 0,0 1 0,0 0 0,-1 0-1,1 0 1,-3-2 0,-5-3-737,0 1-1,0 0 0,-1 0 1,0 1-1,-11-3 0,4 1 70,5 2-724,0 0 0,-1 1 0,-16-2 0,20 4 525,0-1 1,1 1 0,-1-2 0,1 1-1,-1-1 1,1 0 0,0-1-1,-9-5 1,-12-19-413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8:37.3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3 133 5862,'3'56'6256,"-6"2"-4768,1-30-1933,2 47 0,1-63 1011,1-1 0,0 1 0,1-1 0,4 13-1,1-4 962,-8-19-1471,0-1 1,0 0-1,0 1 0,0-1 0,0 0 1,0 1-1,0-1 0,1 0 0,-1 1 1,0-1-1,0 0 0,0 0 0,0 1 0,1-1 1,-1 0-1,0 1 0,0-1 0,1 0 1,-1 0-1,0 0 0,0 1 0,1-1 1,-1 0-1,0 0 0,1 0 0,-1 0 1,0 0-1,1 0 0,-1 1 0,0-1 1,1 0-1,-1 0 0,0 0 0,1 0 1,-1 0-1,0 0 0,1 0 0,-1 0 0,0 0 1,1-1-1,-1 1 0,0 0 0,1 0 1,-1 0-1,0 0 0,0 0 0,1-1 1,-1 1-1,0 0 0,1 0 0,-1 0 1,0-1-1,0 1 0,1 0 0,-1 0 1,0-1-1,9-11 1484,45-57 1394,-39 47-3299,0-2 0,-2 1-1,11-28 1,-24 50 330,0 0-1,0 1 0,0-1 0,0 1 0,0-1 0,0 1 0,0-1 0,0 1 1,1-1-1,-1 1 0,0-1 0,1 1 0,-1-1 0,0 1 0,1-1 0,-1 1 1,0-1-1,1 1 0,-1 0 0,1-1 0,-1 1 0,1 0 0,-1-1 1,1 1-1,-1 0 0,1 0 0,-1-1 0,1 1 0,-1 0 0,1 0 0,-1 0 1,1 0-1,-1 0 0,1 0 0,0 0 0,-1 0 0,1 0 0,-1 0 0,1 0 1,-1 0-1,1 0 0,-1 0 0,1 0 0,0 1 0,-1-1 0,1 0 0,-1 0 1,1 1-1,-1-1 0,0 0 0,1 1 0,-1-1 0,1 0 0,-1 1 1,1-1-1,-1 1 0,0-1 0,1 1 0,-1-1 0,0 1 0,0-1 0,1 1 1,-1 0-1,19 35-850,-18-35 864,5 14 15,1-1-1,0 0 1,12 14-1,-17-24 228,1 0-1,0 0 1,1 0-1,-1-1 1,0 0-1,1 0 1,0 0-1,0 0 0,0 0 1,0-1-1,0 0 1,1 0-1,-1 0 1,9 3-1,-10-5-32,0 1 1,1 0-1,-1 0 0,0-1 1,1 0-1,-1 0 0,0 0 0,0 0 1,1 0-1,-1-1 0,0 1 1,1-1-1,-1 0 0,0 0 0,0 0 1,0-1-1,0 1 0,0-1 1,0 1-1,0-1 0,-1 0 0,1 0 1,4-4-1,-4 3-121,1-1 0,-1 1 0,1-1 0,-1 1 0,0-1 1,-1 0-1,1 0 0,-1 0 0,1-1 0,-1 1 0,-1 0 0,1-1 0,0 1 0,-1-1 0,1-9 1,-1 1-537,-2 1 1,1-1-1,-2 0 1,-4-21-1,-3-16-3322,9 21 1397,2 21 890,0-1 0,1 1-1,0 0 1,0 0 0,1 0 0,0 0 0,0 0 0,1 1 0,0 0-1,0 0 1,10-10 0,4-16-801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8:37.7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246 0 7143,'3'2'2973,"-2"-1"-2873,0-1-1,0 1 0,-1 0 1,1-1-1,0 1 1,-1 0-1,1-1 0,0 1 1,-1 0-1,1 0 1,-1 0-1,1 0 0,-1 0 1,1 0-1,-1-1 0,0 1 1,1 0-1,-1 0 1,0 0-1,0 0 0,0 0 1,0 0-1,0 0 1,0 0-1,0 0 0,0 0 1,0 0-1,0 0 0,-1 1 1,0 1 1,0 1 1,-1-1 0,0 0-1,0-1 1,0 1-1,0 0 1,0 0-1,0-1 1,-4 3-1,-11 10-17,-1-2-1,-24 15 0,27-19 432,3-1-306,5-4 52,1-1-1,0 1 1,0 1-1,0-1 1,1 1-1,-1 0 1,1 0-1,0 0 1,1 1-1,-8 10 1,12-14-142,1 0 0,-1 0-1,1 0 1,0 0 0,0 0 0,-1 0-1,1 0 1,0 0 0,1-1 0,-1 1 0,0 0-1,0-1 1,1 1 0,-1-1 0,1 1-1,-1-1 1,1 0 0,0 1 0,-1-1 0,1 0-1,0 0 1,0 0 0,3 0 0,31 15 763,-21-10-748,-1 0-1,0 1 0,-1 0 1,0 1-1,22 16 0,-32-21-339,-1-1 0,1 1 0,-1 0 0,0-1 0,0 1 0,0 0 0,0 0 0,0 1 0,-1-1 0,1 0 0,-1 0 0,0 1 0,0-1 0,0 1 0,-1-1 0,1 1 0,-1-1 0,0 1 0,0 0 0,0-1 0,0 1 0,-1-1 1,1 1-1,-1-1 0,0 1 0,0-1 0,0 0 0,0 1 0,-1-1 0,-2 5 0,0-2-381,0 0 1,0 0 0,0-1-1,-1 0 1,0 1 0,0-1-1,0-1 1,0 1 0,-1-1-1,0 0 1,-8 4 0,-2 1-765,0-2 0,-1 1 1,-27 6-1,23-9 130,-1-1 1,-28 1-1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7:58:39.0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35 812 12075,'-18'-19'13031,"5"12"-11242,10 5 335,15 13-2417,-1 6 145,-1 0 0,-1 1 0,-1 0 0,0 1 1,5 21-1,4 9 10,6 13 67,-12-29 479,2-1 0,18 34 0,-31-65-379,1 0 1,-1 0-1,0-1 1,1 1-1,-1 0 1,1-1-1,-1 1 0,1-1 1,-1 1-1,1 0 1,-1-1-1,1 1 1,0-1-1,-1 0 0,1 1 1,0-1-1,-1 1 1,1-1-1,0 0 1,0 0-1,-1 1 0,1-1 1,0 0-1,0 0 1,0 0-1,-1 0 1,1 0-1,0 0 1,0 0-1,-1 0 0,1 0 1,0 0-1,0 0 1,0-1-1,-1 1 1,1 0-1,1-1 0,20-18 385,7-20-948,-1-1 1,-2-2-1,29-63 1,17-27-3936,249-438-11862,-209 341 10897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E51CD-6FD9-4DB1-8B41-D95BF174F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45C94B-EEA7-4E3D-A825-EAF7F4D63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968A60-C6D2-439E-8180-764A240E0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0FA2-16D3-43F1-85A8-72BC0E5E5C2F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C2D1FB-662C-4A19-9776-16BE61FB1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6EFA64-381A-4CAC-8C09-C884F0A3C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EF13-B31F-4608-9F6E-4232EE7C2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128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9DBB0D-61BA-48B7-9655-25F6FD4AA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ACACC7-7FEE-4724-9568-DBD3CE343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BB1453-E83C-4F7C-A48A-8E7DD0FC9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0FA2-16D3-43F1-85A8-72BC0E5E5C2F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241654-630F-44C9-83D6-E1F37CD3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6D58AF-ECC7-46DF-B186-B54315005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EF13-B31F-4608-9F6E-4232EE7C2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901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9BEE41-7AA1-4949-ACC8-244B2AE3C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9687EA-2C06-4E70-A312-67821D567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F96624-0AE1-40C1-9BB7-5E543CD31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0FA2-16D3-43F1-85A8-72BC0E5E5C2F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358902-F966-43B9-A80B-A2E47153E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FA92A7-D885-4880-9D48-3610C9F88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EF13-B31F-4608-9F6E-4232EE7C2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829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9BB8E5-6AEC-4CDB-AAAB-A6BCB735D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F42CA5-E335-464D-8199-0DB02E4379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2C9ECA-A601-47AB-8DF8-1CF5472F1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2F5957-73BE-4B57-B3C7-0F902B873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0FA2-16D3-43F1-85A8-72BC0E5E5C2F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60D81F-E423-4919-8388-259BEEE8B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0E074E-1DC0-449C-91A8-550C71FB6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EF13-B31F-4608-9F6E-4232EE7C2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88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86F8DD-1EA3-4450-A7E6-75A018DA0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526B72-AC7F-47A5-996E-9D672249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4D55FD-5795-4F52-A9BC-65027B5CE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F61A172-AB16-4528-A987-F62B33891B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837CD38-60FF-4996-9DE0-501B48A895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887CF2A-8709-4336-9F7C-B61872A34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0FA2-16D3-43F1-85A8-72BC0E5E5C2F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0F05F79-7119-4CE5-94CB-B58251CAD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9C47CB7-63DF-4DE6-A4C3-F3D7B1BF2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EF13-B31F-4608-9F6E-4232EE7C2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645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34F562-2882-42D3-B0D9-3536F877A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171DD4A-FCBB-4331-88A4-FC4E6DB79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0FA2-16D3-43F1-85A8-72BC0E5E5C2F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D182C1-C2DE-4BEB-A3A1-62C81F6F7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26BE5D-FCC1-41D0-9A69-9BF1AF0E9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EF13-B31F-4608-9F6E-4232EE7C2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902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A7B7151-2D25-44D5-B3BD-AA96C5F7F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0FA2-16D3-43F1-85A8-72BC0E5E5C2F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7DE3BE-2970-42DB-9513-99587CF66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6B6C97-5E75-450E-A78A-DD7F9A5D9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EF13-B31F-4608-9F6E-4232EE7C2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367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A0010-F943-4691-9216-424889284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DF73F6-2DD1-4EB7-97FB-AED5024ED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EA9B62-3BDE-486E-A8A6-0C2F3FA12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D882CB-9E29-4ED4-B72E-56427CD7F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0FA2-16D3-43F1-85A8-72BC0E5E5C2F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803B07-E184-47A3-8AF1-0BE314462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0E8F0A-5643-458B-B775-5BFC7B89F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EF13-B31F-4608-9F6E-4232EE7C2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014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98BBD-3C96-4702-B9E1-F0F1AC722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794228E-0BBA-4D34-9C64-597A849719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0F1FFB-8416-48CB-807F-EC2BFF918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7C37D2-123F-48B2-85B1-53C711CD6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0FA2-16D3-43F1-85A8-72BC0E5E5C2F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431154-FF5D-4195-99F8-2BE229776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85BCA0-14D7-46B9-A795-87FC2053C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EF13-B31F-4608-9F6E-4232EE7C2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1195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95B52F-7F63-4048-A582-085EF6A5F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FFF5FBE-1902-405B-B046-8FE49D642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085731-A708-460C-909D-3FF4BC4AD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0FA2-16D3-43F1-85A8-72BC0E5E5C2F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2FDEB-9CCC-4449-9D07-6CC5D0229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96008A-5B9B-4197-901D-75C72E9CA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EF13-B31F-4608-9F6E-4232EE7C2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791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2564500-3D1D-480F-B5DD-9A38F825F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30F6C8-7DBA-4664-A96E-F5E2D50C8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6638A2-6470-4834-AE6C-A2B9BD106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00FA2-16D3-43F1-85A8-72BC0E5E5C2F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26720F-118E-4C09-BA41-8E98E08E9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AA00E5-737D-460C-8A12-484398FA8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EF13-B31F-4608-9F6E-4232EE7C2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259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5842BD3-665C-4C60-9C3E-8E3C85842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647F55-BA69-47E9-B80F-A8433E810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5B56BE-710B-4819-A588-64C0CB464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700FA2-16D3-43F1-85A8-72BC0E5E5C2F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C61790-62E1-4B8E-9123-6B075FDFEC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390528-F0E7-4300-859F-5D73EAC92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FEF13-B31F-4608-9F6E-4232EE7C2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464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8.png"/><Relationship Id="rId14" Type="http://schemas.openxmlformats.org/officeDocument/2006/relationships/customXml" Target="../ink/ink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customXml" Target="../ink/ink12.xml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12" Type="http://schemas.openxmlformats.org/officeDocument/2006/relationships/image" Target="../media/image8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customXml" Target="../ink/ink11.xml"/><Relationship Id="rId5" Type="http://schemas.openxmlformats.org/officeDocument/2006/relationships/customXml" Target="../ink/ink8.xml"/><Relationship Id="rId10" Type="http://schemas.openxmlformats.org/officeDocument/2006/relationships/image" Target="../media/image70.png"/><Relationship Id="rId4" Type="http://schemas.openxmlformats.org/officeDocument/2006/relationships/image" Target="../media/image44.png"/><Relationship Id="rId9" Type="http://schemas.openxmlformats.org/officeDocument/2006/relationships/customXml" Target="../ink/ink10.xml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customXml" Target="../ink/ink18.xml"/><Relationship Id="rId3" Type="http://schemas.openxmlformats.org/officeDocument/2006/relationships/customXml" Target="../ink/ink13.xml"/><Relationship Id="rId7" Type="http://schemas.openxmlformats.org/officeDocument/2006/relationships/customXml" Target="../ink/ink15.xml"/><Relationship Id="rId12" Type="http://schemas.openxmlformats.org/officeDocument/2006/relationships/image" Target="../media/image140.png"/><Relationship Id="rId2" Type="http://schemas.openxmlformats.org/officeDocument/2006/relationships/image" Target="../media/image1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customXml" Target="../ink/ink17.xml"/><Relationship Id="rId5" Type="http://schemas.openxmlformats.org/officeDocument/2006/relationships/customXml" Target="../ink/ink14.xml"/><Relationship Id="rId15" Type="http://schemas.openxmlformats.org/officeDocument/2006/relationships/customXml" Target="../ink/ink19.xml"/><Relationship Id="rId10" Type="http://schemas.openxmlformats.org/officeDocument/2006/relationships/image" Target="../media/image130.png"/><Relationship Id="rId4" Type="http://schemas.openxmlformats.org/officeDocument/2006/relationships/image" Target="../media/image100.png"/><Relationship Id="rId9" Type="http://schemas.openxmlformats.org/officeDocument/2006/relationships/customXml" Target="../ink/ink16.xml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5.xml"/><Relationship Id="rId18" Type="http://schemas.openxmlformats.org/officeDocument/2006/relationships/image" Target="../media/image24.png"/><Relationship Id="rId26" Type="http://schemas.openxmlformats.org/officeDocument/2006/relationships/image" Target="../media/image28.png"/><Relationship Id="rId21" Type="http://schemas.openxmlformats.org/officeDocument/2006/relationships/customXml" Target="../ink/ink29.xml"/><Relationship Id="rId34" Type="http://schemas.openxmlformats.org/officeDocument/2006/relationships/image" Target="../media/image32.png"/><Relationship Id="rId7" Type="http://schemas.openxmlformats.org/officeDocument/2006/relationships/customXml" Target="../ink/ink22.xml"/><Relationship Id="rId12" Type="http://schemas.openxmlformats.org/officeDocument/2006/relationships/image" Target="../media/image21.png"/><Relationship Id="rId17" Type="http://schemas.openxmlformats.org/officeDocument/2006/relationships/customXml" Target="../ink/ink27.xml"/><Relationship Id="rId25" Type="http://schemas.openxmlformats.org/officeDocument/2006/relationships/customXml" Target="../ink/ink31.xml"/><Relationship Id="rId33" Type="http://schemas.openxmlformats.org/officeDocument/2006/relationships/customXml" Target="../ink/ink35.xml"/><Relationship Id="rId38" Type="http://schemas.openxmlformats.org/officeDocument/2006/relationships/image" Target="../media/image34.png"/><Relationship Id="rId2" Type="http://schemas.openxmlformats.org/officeDocument/2006/relationships/image" Target="../media/image14.png"/><Relationship Id="rId16" Type="http://schemas.openxmlformats.org/officeDocument/2006/relationships/image" Target="../media/image23.png"/><Relationship Id="rId20" Type="http://schemas.openxmlformats.org/officeDocument/2006/relationships/image" Target="../media/image25.png"/><Relationship Id="rId29" Type="http://schemas.openxmlformats.org/officeDocument/2006/relationships/customXml" Target="../ink/ink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customXml" Target="../ink/ink24.xml"/><Relationship Id="rId24" Type="http://schemas.openxmlformats.org/officeDocument/2006/relationships/image" Target="../media/image27.png"/><Relationship Id="rId32" Type="http://schemas.openxmlformats.org/officeDocument/2006/relationships/image" Target="../media/image31.png"/><Relationship Id="rId37" Type="http://schemas.openxmlformats.org/officeDocument/2006/relationships/customXml" Target="../ink/ink37.xml"/><Relationship Id="rId5" Type="http://schemas.openxmlformats.org/officeDocument/2006/relationships/customXml" Target="../ink/ink21.xml"/><Relationship Id="rId15" Type="http://schemas.openxmlformats.org/officeDocument/2006/relationships/customXml" Target="../ink/ink26.xml"/><Relationship Id="rId23" Type="http://schemas.openxmlformats.org/officeDocument/2006/relationships/customXml" Target="../ink/ink30.xml"/><Relationship Id="rId28" Type="http://schemas.openxmlformats.org/officeDocument/2006/relationships/image" Target="../media/image29.png"/><Relationship Id="rId36" Type="http://schemas.openxmlformats.org/officeDocument/2006/relationships/image" Target="../media/image33.png"/><Relationship Id="rId10" Type="http://schemas.openxmlformats.org/officeDocument/2006/relationships/image" Target="../media/image20.png"/><Relationship Id="rId19" Type="http://schemas.openxmlformats.org/officeDocument/2006/relationships/customXml" Target="../ink/ink28.xml"/><Relationship Id="rId31" Type="http://schemas.openxmlformats.org/officeDocument/2006/relationships/customXml" Target="../ink/ink34.xml"/><Relationship Id="rId4" Type="http://schemas.openxmlformats.org/officeDocument/2006/relationships/image" Target="../media/image170.png"/><Relationship Id="rId9" Type="http://schemas.openxmlformats.org/officeDocument/2006/relationships/customXml" Target="../ink/ink23.xml"/><Relationship Id="rId14" Type="http://schemas.openxmlformats.org/officeDocument/2006/relationships/image" Target="../media/image22.png"/><Relationship Id="rId22" Type="http://schemas.openxmlformats.org/officeDocument/2006/relationships/image" Target="../media/image26.png"/><Relationship Id="rId27" Type="http://schemas.openxmlformats.org/officeDocument/2006/relationships/customXml" Target="../ink/ink32.xml"/><Relationship Id="rId30" Type="http://schemas.openxmlformats.org/officeDocument/2006/relationships/image" Target="../media/image30.png"/><Relationship Id="rId35" Type="http://schemas.openxmlformats.org/officeDocument/2006/relationships/customXml" Target="../ink/ink36.xml"/><Relationship Id="rId8" Type="http://schemas.openxmlformats.org/officeDocument/2006/relationships/image" Target="../media/image19.png"/><Relationship Id="rId3" Type="http://schemas.openxmlformats.org/officeDocument/2006/relationships/customXml" Target="../ink/ink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6AC90E6-1703-4B89-9455-D062EF957A4D}"/>
              </a:ext>
            </a:extLst>
          </p:cNvPr>
          <p:cNvSpPr txBox="1"/>
          <p:nvPr/>
        </p:nvSpPr>
        <p:spPr>
          <a:xfrm>
            <a:off x="613794" y="197661"/>
            <a:ext cx="10964411" cy="427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/>
              <a:t>9.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 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form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태그를 이용하여 다음 조건에 맞게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JSP </a:t>
            </a:r>
            <a:r>
              <a:rPr lang="ko-KR" altLang="en-US" dirty="0">
                <a:latin typeface="Arial" panose="020B0604020202020204" pitchFamily="34" charset="0"/>
              </a:rPr>
              <a:t>애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플리케이션을 만들고 실행 결과를 </a:t>
            </a:r>
            <a:r>
              <a:rPr lang="ko-KR" altLang="en-US" sz="1800" b="0" i="0" u="none" strike="noStrike" dirty="0" err="1">
                <a:effectLst/>
                <a:latin typeface="Arial" panose="020B0604020202020204" pitchFamily="34" charset="0"/>
              </a:rPr>
              <a:t>확인하시오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endParaRPr lang="ko-KR" alt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sz="1800" b="0" i="0" u="none" strike="noStrike" dirty="0"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dirty="0"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sz="1800" b="0" i="0" u="none" strike="noStrike" dirty="0"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sz="1800" b="0" i="0" u="none" strike="noStrike" dirty="0"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dirty="0"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1) form02.jsp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input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 내에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text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유형을 이용하여 이름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주소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이메일 항목을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form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태그의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action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속성 값은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form02_process.jsp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로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2) form02_process.jsp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Enumeration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클래스를 이용하여 전송된 모든 요청 파라미터 값을 받습니다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StringBuffer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클래스를 이용하여 전송된 요청 파라미터 이름과 값을 저장하여 출력합니다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>
                <a:latin typeface="Arial" panose="020B0604020202020204" pitchFamily="34" charset="0"/>
              </a:rPr>
              <a:t>3)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웹 브라우저에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'http://localhost:8080/Exercise/ch06/form02.jsp'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를 입력하여 실행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결과를 확인합니다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endParaRPr lang="ko-KR" altLang="en-US" b="0" dirty="0">
              <a:effectLst/>
            </a:endParaRPr>
          </a:p>
        </p:txBody>
      </p:sp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C035A5FB-6BBF-4730-8137-A4E6C5B34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869" y="613270"/>
            <a:ext cx="4029075" cy="1638300"/>
          </a:xfrm>
          <a:prstGeom prst="rect">
            <a:avLst/>
          </a:prstGeom>
        </p:spPr>
      </p:pic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DEE5EC63-716F-4207-8AA0-F2BC5FE10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690" y="835866"/>
            <a:ext cx="4467225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14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14E9FB5-005D-40C3-B787-757F5DD8D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91" y="785812"/>
            <a:ext cx="5432595" cy="264318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026943A-2B21-4009-8DB0-C4D9A4281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822" y="578267"/>
            <a:ext cx="6304060" cy="44795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9AD348FC-E09E-430E-8C6C-F3B8B3364D0B}"/>
                  </a:ext>
                </a:extLst>
              </p14:cNvPr>
              <p14:cNvContentPartPr/>
              <p14:nvPr/>
            </p14:nvContentPartPr>
            <p14:xfrm>
              <a:off x="165375" y="988170"/>
              <a:ext cx="1029960" cy="8820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9AD348FC-E09E-430E-8C6C-F3B8B3364D0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375" y="979170"/>
                <a:ext cx="10476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F6893B4C-A743-442D-9544-9A1293E0A6F6}"/>
                  </a:ext>
                </a:extLst>
              </p14:cNvPr>
              <p14:cNvContentPartPr/>
              <p14:nvPr/>
            </p14:nvContentPartPr>
            <p14:xfrm>
              <a:off x="7062975" y="807450"/>
              <a:ext cx="1537920" cy="7236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F6893B4C-A743-442D-9544-9A1293E0A6F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54335" y="798810"/>
                <a:ext cx="155556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B8D9364D-0CAC-4830-8434-1A9AC4338867}"/>
                  </a:ext>
                </a:extLst>
              </p14:cNvPr>
              <p14:cNvContentPartPr/>
              <p14:nvPr/>
            </p14:nvContentPartPr>
            <p14:xfrm>
              <a:off x="6618375" y="2738850"/>
              <a:ext cx="4855320" cy="6948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B8D9364D-0CAC-4830-8434-1A9AC433886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09735" y="2729850"/>
                <a:ext cx="48729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52DE50E4-2680-40C0-9639-CB16A374EC00}"/>
                  </a:ext>
                </a:extLst>
              </p14:cNvPr>
              <p14:cNvContentPartPr/>
              <p14:nvPr/>
            </p14:nvContentPartPr>
            <p14:xfrm>
              <a:off x="7314975" y="3116130"/>
              <a:ext cx="1763640" cy="3600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52DE50E4-2680-40C0-9639-CB16A374EC0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06335" y="3107490"/>
                <a:ext cx="178128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3F14F2DD-8683-4CF6-801B-B66E24BE1074}"/>
                  </a:ext>
                </a:extLst>
              </p14:cNvPr>
              <p14:cNvContentPartPr/>
              <p14:nvPr/>
            </p14:nvContentPartPr>
            <p14:xfrm>
              <a:off x="6604335" y="3345810"/>
              <a:ext cx="240120" cy="66024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3F14F2DD-8683-4CF6-801B-B66E24BE107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95335" y="3337170"/>
                <a:ext cx="257760" cy="67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7185886F-1CA6-49DE-BD3A-081CB59B218E}"/>
                  </a:ext>
                </a:extLst>
              </p14:cNvPr>
              <p14:cNvContentPartPr/>
              <p14:nvPr/>
            </p14:nvContentPartPr>
            <p14:xfrm>
              <a:off x="6840135" y="4575210"/>
              <a:ext cx="1340280" cy="4500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7185886F-1CA6-49DE-BD3A-081CB59B218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831495" y="4566210"/>
                <a:ext cx="1357920" cy="6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1375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6AC90E6-1703-4B89-9455-D062EF957A4D}"/>
              </a:ext>
            </a:extLst>
          </p:cNvPr>
          <p:cNvSpPr txBox="1"/>
          <p:nvPr/>
        </p:nvSpPr>
        <p:spPr>
          <a:xfrm>
            <a:off x="613794" y="260184"/>
            <a:ext cx="10964411" cy="4142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/>
              <a:t>9.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 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form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태그를 이용하여 다음 조건에 맞게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JSP </a:t>
            </a:r>
            <a:r>
              <a:rPr lang="ko-KR" altLang="en-US" dirty="0">
                <a:latin typeface="Arial" panose="020B0604020202020204" pitchFamily="34" charset="0"/>
              </a:rPr>
              <a:t>애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플리케이션을 만들고 실행 결과를 </a:t>
            </a:r>
            <a:r>
              <a:rPr lang="ko-KR" altLang="en-US" sz="1800" b="0" i="0" u="none" strike="noStrike" dirty="0" err="1">
                <a:effectLst/>
                <a:latin typeface="Arial" panose="020B0604020202020204" pitchFamily="34" charset="0"/>
              </a:rPr>
              <a:t>확인하시오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endParaRPr lang="en-US" altLang="ko-KR" dirty="0">
              <a:latin typeface="Arial" panose="020B0604020202020204" pitchFamily="34" charset="0"/>
            </a:endParaRPr>
          </a:p>
          <a:p>
            <a:pPr marL="342900" indent="-342900" rtl="0">
              <a:spcBef>
                <a:spcPts val="0"/>
              </a:spcBef>
              <a:spcAft>
                <a:spcPts val="500"/>
              </a:spcAft>
              <a:buAutoNum type="arabicParenR"/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form022.jsp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US" altLang="ko-KR" dirty="0">
                <a:latin typeface="Arial" panose="020B0604020202020204" pitchFamily="34" charset="0"/>
              </a:rPr>
              <a:t>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• </a:t>
            </a:r>
            <a:r>
              <a:rPr lang="ko-KR" altLang="en-US" dirty="0">
                <a:latin typeface="Arial" panose="020B0604020202020204" pitchFamily="34" charset="0"/>
              </a:rPr>
              <a:t>검색으로 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L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ayout</a:t>
            </a:r>
            <a:r>
              <a:rPr lang="ko-KR" altLang="en-US" dirty="0">
                <a:latin typeface="Arial" panose="020B0604020202020204" pitchFamily="34" charset="0"/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Horizontal form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, </a:t>
            </a:r>
            <a:r>
              <a:rPr lang="ko-KR" altLang="en-US" dirty="0" err="1">
                <a:solidFill>
                  <a:srgbClr val="FF0000"/>
                </a:solidFill>
              </a:rPr>
              <a:t>Checkboxes</a:t>
            </a:r>
            <a:r>
              <a:rPr lang="ko-KR" altLang="en-US" dirty="0">
                <a:solidFill>
                  <a:srgbClr val="FF0000"/>
                </a:solidFill>
              </a:rPr>
              <a:t> and </a:t>
            </a:r>
            <a:r>
              <a:rPr lang="ko-KR" altLang="en-US" dirty="0" err="1">
                <a:solidFill>
                  <a:srgbClr val="FF0000"/>
                </a:solidFill>
              </a:rPr>
              <a:t>radios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Inline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212529"/>
                </a:solidFill>
              </a:rPr>
              <a:t>이용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input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 내에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text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유형을 이용하여 이름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주소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이메일 항목을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• input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태그 내에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radio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유형을 이용하여 </a:t>
            </a:r>
            <a:r>
              <a:rPr lang="ko-KR" altLang="en-US" dirty="0">
                <a:solidFill>
                  <a:srgbClr val="FF0000"/>
                </a:solidFill>
              </a:rPr>
              <a:t>성별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남성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여성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항목을 </a:t>
            </a:r>
            <a:r>
              <a:rPr lang="ko-KR" altLang="en-US" dirty="0">
                <a:solidFill>
                  <a:srgbClr val="FF0000"/>
                </a:solidFill>
              </a:rPr>
              <a:t>추가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작성합니다</a:t>
            </a:r>
            <a:endParaRPr lang="ko-KR" alt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form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태그의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action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속성 값은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form022_process.jsp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로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2) form022_process.jsp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Enumeration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클래스를 이용하여 전송된 모든 요청 파라미터 값을 받습니다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dirty="0">
                <a:latin typeface="Arial" panose="020B0604020202020204" pitchFamily="34" charset="0"/>
              </a:rPr>
              <a:t>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•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검색으로 </a:t>
            </a:r>
            <a:r>
              <a:rPr lang="en-US" altLang="ko-KR" i="0" dirty="0">
                <a:solidFill>
                  <a:srgbClr val="FF0000"/>
                </a:solidFill>
                <a:effectLst/>
                <a:latin typeface="system-ui"/>
              </a:rPr>
              <a:t>Tables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Striped rows </a:t>
            </a:r>
            <a:r>
              <a:rPr lang="ko-KR" altLang="en-US" dirty="0">
                <a:solidFill>
                  <a:srgbClr val="212529"/>
                </a:solidFill>
              </a:rPr>
              <a:t>이용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 table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의 </a:t>
            </a:r>
            <a:r>
              <a:rPr lang="ko-KR" altLang="en-US" dirty="0">
                <a:solidFill>
                  <a:srgbClr val="FF0000"/>
                </a:solidFill>
              </a:rPr>
              <a:t>첫 줄에 제목과 값을 추가한다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</a:t>
            </a:r>
            <a:r>
              <a:rPr lang="en-US" altLang="ko-KR" sz="1800" b="0" i="0" u="none" strike="noStrike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StringBuffer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클래스를 </a:t>
            </a:r>
            <a:r>
              <a:rPr lang="ko-KR" altLang="en-US" dirty="0">
                <a:solidFill>
                  <a:srgbClr val="FF0000"/>
                </a:solidFill>
              </a:rPr>
              <a:t>삭제하고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전송된 요청 파라미터 이름과 값을 </a:t>
            </a:r>
            <a:r>
              <a:rPr lang="ko-KR" altLang="en-US" dirty="0">
                <a:solidFill>
                  <a:srgbClr val="FF0000"/>
                </a:solidFill>
              </a:rPr>
              <a:t>직접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출력합니다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홈 돌아가기 버튼 추가</a:t>
            </a:r>
            <a:endParaRPr lang="en-US" altLang="ko-KR" sz="1800" b="0" i="0" u="none" strike="noStrike" dirty="0"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>
                <a:latin typeface="Arial" panose="020B0604020202020204" pitchFamily="34" charset="0"/>
              </a:rPr>
              <a:t>3)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웹 브라우저에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'http://localhost:8080/Exercise/ch06/form022.jsp'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를 입력하여 실행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결과를 확인합니다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endParaRPr lang="ko-KR" altLang="en-US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09241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EC10D5B-0169-4BE5-9C52-1D0635C89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325" y="2075835"/>
            <a:ext cx="8515350" cy="3190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502473-B3C1-4C51-8BD0-B87F5A1F9FB0}"/>
              </a:ext>
            </a:extLst>
          </p:cNvPr>
          <p:cNvSpPr txBox="1"/>
          <p:nvPr/>
        </p:nvSpPr>
        <p:spPr>
          <a:xfrm>
            <a:off x="1367692" y="257908"/>
            <a:ext cx="9331570" cy="1669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rtl="0">
              <a:spcBef>
                <a:spcPts val="0"/>
              </a:spcBef>
              <a:spcAft>
                <a:spcPts val="500"/>
              </a:spcAft>
              <a:buAutoNum type="arabicParenR"/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form022.jsp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US" altLang="ko-KR" dirty="0">
                <a:latin typeface="Arial" panose="020B0604020202020204" pitchFamily="34" charset="0"/>
              </a:rPr>
              <a:t>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•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검색으로 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L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+mj-lt"/>
              </a:rPr>
              <a:t>ayout</a:t>
            </a:r>
            <a:r>
              <a:rPr lang="ko-KR" altLang="en-US" dirty="0">
                <a:latin typeface="Arial" panose="020B0604020202020204" pitchFamily="34" charset="0"/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Horizontal form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, </a:t>
            </a:r>
            <a:r>
              <a:rPr lang="ko-KR" altLang="en-US" dirty="0" err="1">
                <a:solidFill>
                  <a:srgbClr val="FF0000"/>
                </a:solidFill>
              </a:rPr>
              <a:t>Checkboxes</a:t>
            </a:r>
            <a:r>
              <a:rPr lang="ko-KR" altLang="en-US" dirty="0">
                <a:solidFill>
                  <a:srgbClr val="FF0000"/>
                </a:solidFill>
              </a:rPr>
              <a:t> and </a:t>
            </a:r>
            <a:r>
              <a:rPr lang="ko-KR" altLang="en-US" dirty="0" err="1">
                <a:solidFill>
                  <a:srgbClr val="FF0000"/>
                </a:solidFill>
              </a:rPr>
              <a:t>radios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Inline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212529"/>
                </a:solidFill>
              </a:rPr>
              <a:t>이용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input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 내에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text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유형을 이용하여 이름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주소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,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이메일 항목을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• input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태그 내에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radio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유형을 이용하여 </a:t>
            </a:r>
            <a:r>
              <a:rPr lang="ko-KR" altLang="en-US" dirty="0">
                <a:solidFill>
                  <a:srgbClr val="FF0000"/>
                </a:solidFill>
              </a:rPr>
              <a:t>성별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남성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여성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항목을 </a:t>
            </a:r>
            <a:r>
              <a:rPr lang="ko-KR" altLang="en-US" dirty="0">
                <a:solidFill>
                  <a:srgbClr val="FF0000"/>
                </a:solidFill>
              </a:rPr>
              <a:t>추가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작성합니다</a:t>
            </a:r>
            <a:endParaRPr lang="ko-KR" alt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form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태그의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action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속성 값은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form022_process.jsp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로 작성합니다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EC844BF-B724-4351-85CB-19D1D8E3D402}"/>
              </a:ext>
            </a:extLst>
          </p:cNvPr>
          <p:cNvGrpSpPr/>
          <p:nvPr/>
        </p:nvGrpSpPr>
        <p:grpSpPr>
          <a:xfrm>
            <a:off x="604674" y="2941354"/>
            <a:ext cx="414000" cy="690120"/>
            <a:chOff x="604674" y="2941354"/>
            <a:chExt cx="414000" cy="69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9C5FCCB3-EBE5-4E55-80CF-B425DBE7E4E4}"/>
                    </a:ext>
                  </a:extLst>
                </p14:cNvPr>
                <p14:cNvContentPartPr/>
                <p14:nvPr/>
              </p14:nvContentPartPr>
              <p14:xfrm>
                <a:off x="692874" y="2941354"/>
                <a:ext cx="29160" cy="15552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9C5FCCB3-EBE5-4E55-80CF-B425DBE7E4E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84234" y="2932714"/>
                  <a:ext cx="468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FFA8277D-656A-48D1-B131-F610B6605E23}"/>
                    </a:ext>
                  </a:extLst>
                </p14:cNvPr>
                <p14:cNvContentPartPr/>
                <p14:nvPr/>
              </p14:nvContentPartPr>
              <p14:xfrm>
                <a:off x="604674" y="3133954"/>
                <a:ext cx="171360" cy="22860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FFA8277D-656A-48D1-B131-F610B6605E2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95674" y="3124954"/>
                  <a:ext cx="1890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6CA87A03-1216-4406-8936-F4DF5931E421}"/>
                    </a:ext>
                  </a:extLst>
                </p14:cNvPr>
                <p14:cNvContentPartPr/>
                <p14:nvPr/>
              </p14:nvContentPartPr>
              <p14:xfrm>
                <a:off x="680634" y="3401074"/>
                <a:ext cx="160200" cy="9000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6CA87A03-1216-4406-8936-F4DF5931E42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71994" y="3392074"/>
                  <a:ext cx="1778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5923B2C0-D124-44B1-AAC6-004F0F9576CD}"/>
                    </a:ext>
                  </a:extLst>
                </p14:cNvPr>
                <p14:cNvContentPartPr/>
                <p14:nvPr/>
              </p14:nvContentPartPr>
              <p14:xfrm>
                <a:off x="894834" y="3263194"/>
                <a:ext cx="84240" cy="15192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5923B2C0-D124-44B1-AAC6-004F0F9576C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86194" y="3254554"/>
                  <a:ext cx="1018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A0886040-42E9-44D5-AF98-7B5795465816}"/>
                    </a:ext>
                  </a:extLst>
                </p14:cNvPr>
                <p14:cNvContentPartPr/>
                <p14:nvPr/>
              </p14:nvContentPartPr>
              <p14:xfrm>
                <a:off x="1002114" y="3109114"/>
                <a:ext cx="16560" cy="52236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A0886040-42E9-44D5-AF98-7B579546581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93114" y="3100114"/>
                  <a:ext cx="34200" cy="54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54C51A01-0331-F058-0AFA-9C5D2D26715B}"/>
                  </a:ext>
                </a:extLst>
              </p14:cNvPr>
              <p14:cNvContentPartPr/>
              <p14:nvPr/>
            </p14:nvContentPartPr>
            <p14:xfrm>
              <a:off x="2479217" y="4127177"/>
              <a:ext cx="2660400" cy="54288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54C51A01-0331-F058-0AFA-9C5D2D26715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73097" y="4121057"/>
                <a:ext cx="2672640" cy="55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8686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7A6BD6A-CD4F-43C4-A9DE-CC1F9B37F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87" y="1847850"/>
            <a:ext cx="8048625" cy="3162300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D564D9BD-8951-4AF9-A4B8-390EB1C225AF}"/>
              </a:ext>
            </a:extLst>
          </p:cNvPr>
          <p:cNvGrpSpPr/>
          <p:nvPr/>
        </p:nvGrpSpPr>
        <p:grpSpPr>
          <a:xfrm>
            <a:off x="796194" y="2980594"/>
            <a:ext cx="554400" cy="719280"/>
            <a:chOff x="796194" y="2980594"/>
            <a:chExt cx="554400" cy="71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E89944A7-A142-428D-8329-94914DC1C891}"/>
                    </a:ext>
                  </a:extLst>
                </p14:cNvPr>
                <p14:cNvContentPartPr/>
                <p14:nvPr/>
              </p14:nvContentPartPr>
              <p14:xfrm>
                <a:off x="796194" y="3092914"/>
                <a:ext cx="119160" cy="15912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E89944A7-A142-428D-8329-94914DC1C89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7554" y="3084274"/>
                  <a:ext cx="1368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48497E86-8819-4392-A554-6062981BDA9B}"/>
                    </a:ext>
                  </a:extLst>
                </p14:cNvPr>
                <p14:cNvContentPartPr/>
                <p14:nvPr/>
              </p14:nvContentPartPr>
              <p14:xfrm>
                <a:off x="934074" y="2980594"/>
                <a:ext cx="74160" cy="40500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48497E86-8819-4392-A554-6062981BDA9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25434" y="2971594"/>
                  <a:ext cx="9180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350A4ED4-314F-4531-819A-C767C25A277F}"/>
                    </a:ext>
                  </a:extLst>
                </p14:cNvPr>
                <p14:cNvContentPartPr/>
                <p14:nvPr/>
              </p14:nvContentPartPr>
              <p14:xfrm>
                <a:off x="891954" y="3387394"/>
                <a:ext cx="36000" cy="17496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350A4ED4-314F-4531-819A-C767C25A277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83314" y="3378754"/>
                  <a:ext cx="536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18517644-41E0-40E7-B2FB-A851BE153188}"/>
                    </a:ext>
                  </a:extLst>
                </p14:cNvPr>
                <p14:cNvContentPartPr/>
                <p14:nvPr/>
              </p14:nvContentPartPr>
              <p14:xfrm>
                <a:off x="920754" y="3388834"/>
                <a:ext cx="106560" cy="14832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18517644-41E0-40E7-B2FB-A851BE15318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11754" y="3380194"/>
                  <a:ext cx="1242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EFD57365-92BF-434A-881E-1316B7F3C773}"/>
                    </a:ext>
                  </a:extLst>
                </p14:cNvPr>
                <p14:cNvContentPartPr/>
                <p14:nvPr/>
              </p14:nvContentPartPr>
              <p14:xfrm>
                <a:off x="1105074" y="3072394"/>
                <a:ext cx="140040" cy="26100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EFD57365-92BF-434A-881E-1316B7F3C77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96434" y="3063754"/>
                  <a:ext cx="1576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86A90F22-6016-4052-8CB9-CA5651EDCC2C}"/>
                    </a:ext>
                  </a:extLst>
                </p14:cNvPr>
                <p14:cNvContentPartPr/>
                <p14:nvPr/>
              </p14:nvContentPartPr>
              <p14:xfrm>
                <a:off x="1174554" y="3093994"/>
                <a:ext cx="176040" cy="60588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86A90F22-6016-4052-8CB9-CA5651EDCC2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65914" y="3084994"/>
                  <a:ext cx="193680" cy="62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50BC9005-CE4E-D799-0C0B-6DB3906352AE}"/>
                  </a:ext>
                </a:extLst>
              </p14:cNvPr>
              <p14:cNvContentPartPr/>
              <p14:nvPr/>
            </p14:nvContentPartPr>
            <p14:xfrm>
              <a:off x="2481737" y="3934577"/>
              <a:ext cx="2588040" cy="41112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50BC9005-CE4E-D799-0C0B-6DB3906352A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475617" y="3928457"/>
                <a:ext cx="2600280" cy="42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6743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86EB835-19B4-4D12-8B85-083455649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87" y="2482824"/>
            <a:ext cx="8048625" cy="37242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37233D-3569-4EAD-8902-6BE6011D8B1A}"/>
              </a:ext>
            </a:extLst>
          </p:cNvPr>
          <p:cNvSpPr txBox="1"/>
          <p:nvPr/>
        </p:nvSpPr>
        <p:spPr>
          <a:xfrm>
            <a:off x="1656862" y="296986"/>
            <a:ext cx="9229969" cy="2095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2) form022_process.jsp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Enumeration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클래스를 이용하여 전송된 모든 요청 파라미터 값을 받습니다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dirty="0">
                <a:latin typeface="Arial" panose="020B0604020202020204" pitchFamily="34" charset="0"/>
              </a:rPr>
              <a:t>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•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검색으로 </a:t>
            </a:r>
            <a:r>
              <a:rPr lang="en-US" altLang="ko-KR" i="0" dirty="0">
                <a:solidFill>
                  <a:srgbClr val="FF0000"/>
                </a:solidFill>
                <a:effectLst/>
                <a:latin typeface="system-ui"/>
              </a:rPr>
              <a:t>Tables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Striped rows </a:t>
            </a:r>
            <a:r>
              <a:rPr lang="ko-KR" altLang="en-US" dirty="0">
                <a:solidFill>
                  <a:srgbClr val="212529"/>
                </a:solidFill>
              </a:rPr>
              <a:t>이용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 table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의 </a:t>
            </a:r>
            <a:r>
              <a:rPr lang="ko-KR" altLang="en-US" dirty="0">
                <a:solidFill>
                  <a:srgbClr val="FF0000"/>
                </a:solidFill>
              </a:rPr>
              <a:t>첫 줄에 제목과 값을 추가한다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</a:t>
            </a:r>
            <a:r>
              <a:rPr lang="en-US" altLang="ko-KR" sz="1800" b="0" i="0" u="none" strike="noStrike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StringBuffer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클래스를 </a:t>
            </a:r>
            <a:r>
              <a:rPr lang="ko-KR" altLang="en-US" dirty="0">
                <a:solidFill>
                  <a:srgbClr val="FF0000"/>
                </a:solidFill>
              </a:rPr>
              <a:t>삭제하고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전송된 요청 파라미터 이름과 값을 </a:t>
            </a:r>
            <a:r>
              <a:rPr lang="ko-KR" altLang="en-US" dirty="0">
                <a:solidFill>
                  <a:srgbClr val="FF0000"/>
                </a:solidFill>
              </a:rPr>
              <a:t>직접</a:t>
            </a:r>
            <a:r>
              <a:rPr lang="en-US" altLang="ko-KR" dirty="0">
                <a:solidFill>
                  <a:srgbClr val="FF0000"/>
                </a:solidFill>
              </a:rPr>
              <a:t>(out</a:t>
            </a:r>
            <a:r>
              <a:rPr lang="ko-KR" altLang="en-US" dirty="0">
                <a:solidFill>
                  <a:srgbClr val="FF0000"/>
                </a:solidFill>
              </a:rPr>
              <a:t>객체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출력합니다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홈 돌아가기 버튼 추가</a:t>
            </a:r>
            <a:endParaRPr lang="en-US" altLang="ko-KR" sz="1800" b="0" i="0" u="none" strike="noStrike" dirty="0"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EE368F6E-D8BE-495B-A398-E085DD73E140}"/>
                  </a:ext>
                </a:extLst>
              </p14:cNvPr>
              <p14:cNvContentPartPr/>
              <p14:nvPr/>
            </p14:nvContentPartPr>
            <p14:xfrm>
              <a:off x="1943874" y="3387158"/>
              <a:ext cx="3108960" cy="6876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EE368F6E-D8BE-495B-A398-E085DD73E1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34873" y="3378111"/>
                <a:ext cx="3126602" cy="86493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그룹 12">
            <a:extLst>
              <a:ext uri="{FF2B5EF4-FFF2-40B4-BE49-F238E27FC236}">
                <a16:creationId xmlns:a16="http://schemas.microsoft.com/office/drawing/2014/main" id="{336FF3F1-0F37-4CC2-971F-A8A0CA4BF76D}"/>
              </a:ext>
            </a:extLst>
          </p:cNvPr>
          <p:cNvGrpSpPr/>
          <p:nvPr/>
        </p:nvGrpSpPr>
        <p:grpSpPr>
          <a:xfrm>
            <a:off x="5474394" y="3062438"/>
            <a:ext cx="677520" cy="510120"/>
            <a:chOff x="5474394" y="2818594"/>
            <a:chExt cx="677520" cy="51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0751ABE1-FA86-4CDB-B34F-1FE3A4D29ED3}"/>
                    </a:ext>
                  </a:extLst>
                </p14:cNvPr>
                <p14:cNvContentPartPr/>
                <p14:nvPr/>
              </p14:nvContentPartPr>
              <p14:xfrm>
                <a:off x="5502474" y="2818594"/>
                <a:ext cx="227520" cy="23832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0751ABE1-FA86-4CDB-B34F-1FE3A4D29ED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93834" y="2809594"/>
                  <a:ext cx="2451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BB0E3926-E833-495D-8487-3A0BE13F526A}"/>
                    </a:ext>
                  </a:extLst>
                </p14:cNvPr>
                <p14:cNvContentPartPr/>
                <p14:nvPr/>
              </p14:nvContentPartPr>
              <p14:xfrm>
                <a:off x="5474394" y="3078514"/>
                <a:ext cx="245160" cy="518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BB0E3926-E833-495D-8487-3A0BE13F526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465754" y="3069514"/>
                  <a:ext cx="2628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770CBABC-CDB9-4656-835C-789E84C3C25A}"/>
                    </a:ext>
                  </a:extLst>
                </p14:cNvPr>
                <p14:cNvContentPartPr/>
                <p14:nvPr/>
              </p14:nvContentPartPr>
              <p14:xfrm>
                <a:off x="5571234" y="3117394"/>
                <a:ext cx="55440" cy="16200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770CBABC-CDB9-4656-835C-789E84C3C25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62234" y="3108754"/>
                  <a:ext cx="730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A63612B7-3542-481C-93CB-C459709FD144}"/>
                    </a:ext>
                  </a:extLst>
                </p14:cNvPr>
                <p14:cNvContentPartPr/>
                <p14:nvPr/>
              </p14:nvContentPartPr>
              <p14:xfrm>
                <a:off x="5721354" y="3009754"/>
                <a:ext cx="194760" cy="14256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A63612B7-3542-481C-93CB-C459709FD14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712714" y="3001114"/>
                  <a:ext cx="2124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8C64CB6D-BDFC-46A8-A5BB-F70EBBE4D15F}"/>
                    </a:ext>
                  </a:extLst>
                </p14:cNvPr>
                <p14:cNvContentPartPr/>
                <p14:nvPr/>
              </p14:nvContentPartPr>
              <p14:xfrm>
                <a:off x="5923314" y="2875834"/>
                <a:ext cx="228600" cy="45288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8C64CB6D-BDFC-46A8-A5BB-F70EBBE4D15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914674" y="2866834"/>
                  <a:ext cx="246240" cy="47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DD9C22C-223E-4656-B2E0-975E8F610A67}"/>
              </a:ext>
            </a:extLst>
          </p:cNvPr>
          <p:cNvGrpSpPr/>
          <p:nvPr/>
        </p:nvGrpSpPr>
        <p:grpSpPr>
          <a:xfrm>
            <a:off x="7340634" y="3503798"/>
            <a:ext cx="1170720" cy="526680"/>
            <a:chOff x="7340634" y="3259954"/>
            <a:chExt cx="1170720" cy="52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B642E218-D375-4AAF-BB87-6A313BE24F76}"/>
                    </a:ext>
                  </a:extLst>
                </p14:cNvPr>
                <p14:cNvContentPartPr/>
                <p14:nvPr/>
              </p14:nvContentPartPr>
              <p14:xfrm>
                <a:off x="7340634" y="3333754"/>
                <a:ext cx="213480" cy="25596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B642E218-D375-4AAF-BB87-6A313BE24F7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331634" y="3324754"/>
                  <a:ext cx="2311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4A962522-F643-47A5-B044-F8376E7ADA68}"/>
                    </a:ext>
                  </a:extLst>
                </p14:cNvPr>
                <p14:cNvContentPartPr/>
                <p14:nvPr/>
              </p14:nvContentPartPr>
              <p14:xfrm>
                <a:off x="7542234" y="3259954"/>
                <a:ext cx="228240" cy="30924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4A962522-F643-47A5-B044-F8376E7ADA6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533234" y="3250954"/>
                  <a:ext cx="24588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72455742-4F67-4637-A268-2881C0F388EE}"/>
                    </a:ext>
                  </a:extLst>
                </p14:cNvPr>
                <p14:cNvContentPartPr/>
                <p14:nvPr/>
              </p14:nvContentPartPr>
              <p14:xfrm>
                <a:off x="7833474" y="3410794"/>
                <a:ext cx="160920" cy="16848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72455742-4F67-4637-A268-2881C0F388E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824834" y="3402154"/>
                  <a:ext cx="1785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795BB842-579E-4D21-B031-95D732928FA3}"/>
                    </a:ext>
                  </a:extLst>
                </p14:cNvPr>
                <p14:cNvContentPartPr/>
                <p14:nvPr/>
              </p14:nvContentPartPr>
              <p14:xfrm>
                <a:off x="8064234" y="3512674"/>
                <a:ext cx="27720" cy="11232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795BB842-579E-4D21-B031-95D732928FA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055594" y="3504034"/>
                  <a:ext cx="453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92B9952B-9C03-45DC-AACD-175FB559E0E8}"/>
                    </a:ext>
                  </a:extLst>
                </p14:cNvPr>
                <p14:cNvContentPartPr/>
                <p14:nvPr/>
              </p14:nvContentPartPr>
              <p14:xfrm>
                <a:off x="8059194" y="3366514"/>
                <a:ext cx="32400" cy="4320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92B9952B-9C03-45DC-AACD-175FB559E0E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050194" y="3357514"/>
                  <a:ext cx="500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D8B43F67-B648-450F-BCFE-CDA4892E3A87}"/>
                    </a:ext>
                  </a:extLst>
                </p14:cNvPr>
                <p14:cNvContentPartPr/>
                <p14:nvPr/>
              </p14:nvContentPartPr>
              <p14:xfrm>
                <a:off x="8168634" y="3390994"/>
                <a:ext cx="54360" cy="39564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D8B43F67-B648-450F-BCFE-CDA4892E3A8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159634" y="3381994"/>
                  <a:ext cx="7200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A0BF50C4-E828-4B06-8C07-D38332126BD8}"/>
                    </a:ext>
                  </a:extLst>
                </p14:cNvPr>
                <p14:cNvContentPartPr/>
                <p14:nvPr/>
              </p14:nvContentPartPr>
              <p14:xfrm>
                <a:off x="8173674" y="3492514"/>
                <a:ext cx="263160" cy="11592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A0BF50C4-E828-4B06-8C07-D38332126BD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165034" y="3483514"/>
                  <a:ext cx="2808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C14D8804-1A89-4243-AD74-40B911C52CC3}"/>
                    </a:ext>
                  </a:extLst>
                </p14:cNvPr>
                <p14:cNvContentPartPr/>
                <p14:nvPr/>
              </p14:nvContentPartPr>
              <p14:xfrm>
                <a:off x="8405154" y="3289114"/>
                <a:ext cx="106200" cy="31752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C14D8804-1A89-4243-AD74-40B911C52CC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396154" y="3280114"/>
                  <a:ext cx="123840" cy="33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D399764-3E5A-47A5-B2AB-C7527ADF937F}"/>
              </a:ext>
            </a:extLst>
          </p:cNvPr>
          <p:cNvGrpSpPr/>
          <p:nvPr/>
        </p:nvGrpSpPr>
        <p:grpSpPr>
          <a:xfrm>
            <a:off x="8848674" y="3633758"/>
            <a:ext cx="613080" cy="208080"/>
            <a:chOff x="8848674" y="3389914"/>
            <a:chExt cx="613080" cy="20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89BA0FE0-A932-4542-86FD-043EE2BB46AC}"/>
                    </a:ext>
                  </a:extLst>
                </p14:cNvPr>
                <p14:cNvContentPartPr/>
                <p14:nvPr/>
              </p14:nvContentPartPr>
              <p14:xfrm>
                <a:off x="8848674" y="3413674"/>
                <a:ext cx="246960" cy="18432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89BA0FE0-A932-4542-86FD-043EE2BB46A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840034" y="3405034"/>
                  <a:ext cx="2646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06298DD3-F650-4E02-BA7B-CDDA6599E3C7}"/>
                    </a:ext>
                  </a:extLst>
                </p14:cNvPr>
                <p14:cNvContentPartPr/>
                <p14:nvPr/>
              </p14:nvContentPartPr>
              <p14:xfrm>
                <a:off x="9160434" y="3415114"/>
                <a:ext cx="177480" cy="16164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06298DD3-F650-4E02-BA7B-CDDA6599E3C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151794" y="3406114"/>
                  <a:ext cx="1951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A528743A-7279-47CE-BA6D-C13CF34ABE33}"/>
                    </a:ext>
                  </a:extLst>
                </p14:cNvPr>
                <p14:cNvContentPartPr/>
                <p14:nvPr/>
              </p14:nvContentPartPr>
              <p14:xfrm>
                <a:off x="9365634" y="3389914"/>
                <a:ext cx="96120" cy="19044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A528743A-7279-47CE-BA6D-C13CF34ABE3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56994" y="3380914"/>
                  <a:ext cx="113760" cy="20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F0C898C5-622E-42CF-901B-04DA18A73592}"/>
                  </a:ext>
                </a:extLst>
              </p14:cNvPr>
              <p14:cNvContentPartPr/>
              <p14:nvPr/>
            </p14:nvContentPartPr>
            <p14:xfrm>
              <a:off x="6675714" y="5328998"/>
              <a:ext cx="308880" cy="424440"/>
            </p14:xfrm>
          </p:contentPart>
        </mc:Choice>
        <mc:Fallback xmlns=""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F0C898C5-622E-42CF-901B-04DA18A7359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666714" y="5319998"/>
                <a:ext cx="326520" cy="44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5765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422</Words>
  <Application>Microsoft Office PowerPoint</Application>
  <PresentationFormat>와이드스크린</PresentationFormat>
  <Paragraphs>24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-apple-system</vt:lpstr>
      <vt:lpstr>system-ui</vt:lpstr>
      <vt:lpstr>맑은 고딕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 병규</dc:creator>
  <cp:lastModifiedBy>황득영</cp:lastModifiedBy>
  <cp:revision>30</cp:revision>
  <dcterms:created xsi:type="dcterms:W3CDTF">2021-05-07T07:02:28Z</dcterms:created>
  <dcterms:modified xsi:type="dcterms:W3CDTF">2025-05-13T06:13:50Z</dcterms:modified>
</cp:coreProperties>
</file>