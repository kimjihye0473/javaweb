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721" r:id="rId3"/>
    <p:sldId id="260" r:id="rId4"/>
    <p:sldId id="259" r:id="rId5"/>
    <p:sldId id="258" r:id="rId6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8:02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119 213 5253,'-3'-1'632,"1"1"-456,1 0 1,0 0-1,-1 0 1,1 0 0,0-1-1,-1 1 1,1-1-1,0 1 1,0-1 0,-1 1-1,1-1 1,0 1-1,0-1 1,0 0 0,0 0-1,0 0 1,0 0-1,0 0 1,0 0-1,-1-2 1,0-5-17,0 0-1,0-1 0,-1 1 1,0 0-1,-1 0 1,0 0-1,0 1 1,0-1-1,-1 1 0,0 0 1,-1 0-1,1 1 1,-2-1-1,-10-8 1,14 12 502,-4-2 143,0-2 2393,18 8-2713,-1 1 0,1-1 0,19 7-1,-17-4-193,0-1-1,0 0 0,0-1 0,15 0 0,399 4 3308,149 8-2407,-346-24-673,96 3-171,145 15 388,-319-9-643,-22 6 102,-80-2-73,1-1 0,-1-3 0,65-10 0,-43 1 142,1 2 1,95 2-1,-148 8-4342,-7-17-7686,-12-7 6891,-8-14 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8:05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1 127 5285,'0'0'5312,"0"1"-5224,0 0 1,0-1 0,0 1 0,-1 0 0,1-1-1,0 1 1,0 0 0,0-1 0,0 1-1,0 0 1,0-1 0,0 1 0,0 0 0,1-1-1,-1 1 1,0 0 0,0-1 0,1 1-1,-1 0 1,0-1 0,1 1 0,-1-1 0,0 1-1,1-1 1,-1 1 0,1 0 0,54-13 3968,-54 12-3997,-1 0 0,1 0 0,0 0 0,0 0 0,0 0 0,0 0 0,-1 0 0,1 0 0,0 0 0,0 0 0,0-1-1,-1 1 1,1 0 0,0-1 0,0 1 0,-1 0 0,1-1 0,0 1 0,-1-1 0,1 1 0,1-2 0,16-10 735,5 3-236,1 1-1,0 0 1,1 2 0,-1 1 0,50-4-1,219-3 1295,423 40-417,-487-15-1082,-53-4-217,108-6 15,-3 0 11,-20-3-28,-2 0-9,70 3 1,-173-5-61,14-9 255,0 1 68,146-5 331,-315 15-724,30-3-234,1 1-1,-1 2 1,1 1 0,53 9-1,-81-10 697,25 3-5275,-28-3 4569,-1 0-1,1 0 1,0 0 0,-1-1-1,1 1 1,0 0-1,-1 0 1,1-1-1,0 1 1,-1 0-1,1-1 1,-1 1 0,1-1-1,-1 1 1,1-1-1,-1 1 1,1-1-1,-1 1 1,1-1-1,-1 1 1,0-1 0,1 0-1,-1 1 1,0-1-1,0 0 1,1 1-1,-1-1 1,0 0-1,0 1 1,0-1-1,0 0 1,0 1 0,0-1-1,0 0 1,0 0-1,1-18-5934,5 3 4478,-2 8 288,9-19-3083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8:17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1 250 3780,'0'0'4003,"-1"-18"-2344,6-4 4092,12 16-5018,1 0 0,0 1-1,1 0 1,-1 2 0,32-3-1,-33 5-718,342-11 1967,-261 13-1816,475 11 993,88-24-368,338-21 438,-576 15-657,139 0-347,-160 11-2,-339 7-193,348 12 169,-291-10-78,102-3 139,184-17 296,341 0-11,-391 6-907,-355 12 305,1-1-1,-1 1 0,0 0 0,1 1 1,-1-1-1,0 0 0,1 0 0,-1 1 1,0-1-1,0 0 0,0 1 0,1-1 1,-1 1-1,0 0 0,0-1 0,0 1 1,0 0-1,0 0 0,2 1 0,8 4-1939,4-6-4427,-13-1 6513,-1 1-518,1 0 1,-1 0 0,0-1 0,1 1-1,-1 0 1,0-1 0,1 1 0,-1-1 0,0 0-1,1 1 1,-1-1 0,0 0 0,0 0-1,0 0 1,0 0 0,0 0 0,0 0-1,0 0 1,0 0 0,0 0 0,0 0-1,-1-1 1,1 1 0,0 0 0,-1 0-1,1-1 1,-1 1 0,1-1 0,-1 1-1,0 0 1,0-1 0,1-2 0,0-33-3180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8:24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99 3043,'0'0'7015,"2"-21"-3583,1 18-3311,0 1 0,-1 0 0,1-1 0,0 1 0,0 0 0,0 0 0,0 0 0,1 1 0,-1-1 0,0 1 0,1 0 0,-1 0 0,1 0 0,-1 0 0,5 0 0,68-5 669,-40 4-441,29-4 276,229-13 1398,-44 11-1292,273 21 17,-56 7-177,206-17-150,-352-5-68,-7 5 558,-160-1-1621,-2-1-4322,-124-6-1407,-2-15 2736,-17 11 1438,18-7-1957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9:19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16 1762,'0'0'3251,"-4"2"-2472,3-2-1230,0 1 666,0-1 1,0 0-1,0 1 0,0-1 0,0 1 1,0-1-1,1 1 0,-1-1 1,0 1-1,0 0 0,0-1 0,1 1 1,-1 0-1,1 0 0,-1-1 1,0 1-1,1 0 0,-1 0 0,1 0 1,0 0-1,-1 0 0,1 0 1,0 0-1,-1 0 0,1 0 0,0 0 1,0 0-1,0 0 0,0 0 1,0 0-1,0 1 0,6-1 308,72 7 2141,145-5-1,-138-3-1984,243-12 939,505-6-369,1002 12 657,-1006-11-753,-561 15-989,-145 3-72,386 19 164,-307-18-218,187-3 63,80-6-341,-366 7 112,1 5-1878,-38 3-2470,-33-5 478,-29-2 3222,0-1 0,1 0 0,-1 0 0,1 0 0,-1-1 0,0 0 0,1 0 0,-1 0 0,0 0 0,7-3 1,12-4-3502,9 6 2601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9:30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7 5797,'1'0'170,"0"1"0,0 0-1,0-1 1,0 1 0,0 0-1,1-1 1,-1 1-1,0-1 1,0 0 0,0 1-1,1-1 1,-1 0-1,0 0 1,0 1 0,0-1-1,1 0 1,-1 0-1,0-1 1,0 1 0,1 0-1,-1 0 1,0-1-1,0 1 1,0 0 0,1-1-1,-1 1 1,0-1 0,0 0-1,0 1 1,0-1-1,0 0 1,0 0 0,0 1-1,1-2 1,1-1 1282,-5 4-1322,-1 1 0,1 0 0,0 0 0,1 0 1,-1 0-1,0 0 0,1 1 0,-1-1 0,1 1 0,-1-1 1,1 1-1,0-1 0,-1 5 0,-16 38 391,-3 24-405,2 2-1,4-1 1,2 2-1,4 0 1,3 0-1,3 1 0,11 128 1,-3-158-284,2 0 1,15 53-1,-13-66-819,2 0 1,1-1-1,27 49 0,-28-60 255,0-1 0,1 0 0,1 0 0,1-1-1,0-1 1,1 0 0,1-2 0,0 1 0,1-2-1,0 0 1,1-1 0,0-1 0,1 0 0,0-2-1,26 9 1,-35-15 684,-1 0 0,1 0 0,0-1 0,1 0 0,12-1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9:40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82 5894,'-6'-16'2800,"18"12"-753,-9 4-1732,-1-1-121,0 0 0,-1-1 1,1 1-1,0 1 0,0-1 0,-1 0 1,1 0-1,0 1 0,0-1 0,0 1 1,0 0-1,0-1 0,0 1 0,3 0 1,27-8 3884,-24 4-3804,0 1 0,0 0 0,0 0 0,0 1 0,1 0-1,-1 0 1,15 0 0,68-1 248,-77 3-352,494-20 1538,217 26-1101,-219 30-833,-11 49-4317,-290-53-2333,-176-30 4903,-1 0 0,1-2 0,0-1-1,49-8 1,-73 7 1766,0 1-1,0-1 1,0 0-1,0 0 0,-1-1 1,1 1-1,7-7 1,-8 6 102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29:41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0 11435,'0'0'6523,"-13"25"-6896,-45 94 1274,31-69-508,2 2-1,3 1 1,-28 99-1,43-119-531,1 1-1,2 0 1,1 0-1,2 1 0,1-1 1,2 0-1,8 48 1,-3-52-642,1-1 0,1 0 0,1 0 0,1-1 0,18 31-1,-1-13-2976,2 0 0,61 72 0,-49-76 779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0:10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1 2562,'-2'0'291,"1"0"0,-1 0-1,1 0 1,-1 1-1,1-1 1,-1 1-1,1-1 1,-1 1 0,1-1-1,0 1 1,-1 0-1,1 0 1,0 0-1,0 0 1,-1 0-1,0 1 1,-17 27 883,-5 45-2350,20-59 1550,-25 108-1361,5 0 1,5 1-1,6 1 0,5 1 1,15 206-1,-3-261 615,3-1 1,3 0-1,4 0 1,25 78-1,-17-86 324,57 109 0,-13-62 48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0:13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1 7239,'1'0'139,"-1"1"0,0 0 1,0-1-1,0 1 0,0-1 0,0 1 1,0-1-1,0 1 0,0-1 0,0 1 1,0 0-1,0-1 0,0 1 1,0-1-1,0 1 0,0-1 0,-1 1 1,1-1-1,0 1 0,0-1 0,-1 1 1,1-1-1,0 1 0,-1-1 0,1 1 1,0-1-1,-1 0 0,1 1 0,-1-1 1,1 0-1,-1 1 0,1-1 1,-1 0-1,1 1 0,-1-1 0,1 0 1,-1 0-1,1 0 0,-1 0 0,1 1 1,-1-1-1,0 0 0,1 0 0,-1 0 1,1 0-1,-1 0 0,1 0 0,-1-1 1,0 1-1,-1 0 126,0 0-1,0 0 1,0 0 0,0 1-1,0-1 1,-1 0 0,2 1-1,-1-1 1,0 1 0,0 0-1,0 0 1,0 0 0,0 0-1,-2 2 1,-5 5-422,0 1 1,1 0-1,0 1 0,1 0 1,0 0-1,0 1 0,1 0 1,0 0-1,1 0 0,-7 23 1,-4 18-517,-9 58-1,7-14-411,5 1-1,3 0 1,5 1-1,5-1 1,18 157-1,-12-207 498,6 44-1982,33 128 0,4-78 483,-37-111 1777,37 108-154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0:43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0 181 320,'0'0'13090,"3"-2"-12476,7-4-465,0 0-1,0 1 1,0 1-1,0-1 1,1 2-1,0-1 1,-1 2 0,21-4-1,14-3 95,9-5-133,0 3 0,1 2 0,0 2-1,1 3 1,0 2 0,93 10 0,310 18-117,5-38 8,-224 3-1,1186-10-1307,-1012 5-5180,-291-3 3082,2 6 292,-106 7 2599,-1-1 1,1-1-1,26-12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0:58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2274,'0'0'8285,"13"0"-7008,-5 2 1674,11 3-2078,1-1 0,-1-1-1,1-1 1,0-1 0,28-1 0,45 4 78,-48-2-674,0-1 0,0-3 1,81-12-1,28-2-345,-21 7-581,163 2-4980,-211 6-890,-2 13-784,-37 1 5387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5:51.6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374 0 17681,'-4'4'5231,"-16"35"1363,10-17-5885,9-20-712,0 0 0,0 1 0,1-1 0,-1 1 0,0-1 0,1 1-1,-1 0 1,1-1 0,0 1 0,0-1 0,0 1 0,0 0 0,1-1 0,-1 1 0,0 0-1,1-1 1,0 1 0,0-1 0,0 0 0,0 1 0,0-1 0,3 5 0,3 3-54,0-1 1,0 1 0,14 12-1,-13-14 50,1 1-766,-1 0-1,0 1 1,-1-1 0,0 2-1,-1-1 1,7 13 0,-11-7-4719,-10 1 3581,6-13 554,-21 39-7248,-9-10 3667,15-20 4174,-1-1 0,-25 12 0,-14 10 2324,30-11 1269,-23 2 3278,35-19-2491,33-7-2545,-3-1-541,1 0 0,0-1 0,-1-1 0,19-6 0,17-4 883,-39 11-1061,1 1 0,-1 0 0,1 1 0,-1 0 0,1 1 0,17 2 0,-27-2-334,-1 1 1,1-1-1,0 1 0,0 0 1,0 0-1,-1 1 1,1-1-1,-1 0 1,1 1-1,-1 0 1,1-1-1,-1 1 0,0 0 1,0 0-1,0 0 1,0 1-1,0-1 1,0 0-1,-1 1 1,1-1-1,-1 1 0,0-1 1,0 1-1,0 0 1,0 0-1,0-1 1,0 1-1,-1 0 1,1 0-1,-1 0 0,0 0 1,0 0-1,0 5 1,-1 1-115,0-1 1,-1 1 0,0-1 0,0 1-1,0-1 1,-1 0 0,-1 0-1,1 0 1,-1-1 0,0 1 0,-9 10-1,-8 10-756,-37 37 0,45-51 454,-20 23-756,10-12-1197,-45 41 0,26-31-1441,-2-3 0,-63 36 0,67-38 2030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5:52.0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11179,'52'24'4067,"-21"-9"33,13 7-2626,-7 8-1827,4 4-1600,-5 6-2147,-15-18 32,3 10-192,-14-9-1826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5:52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179 0 13100,'-1'16'1694,"0"0"-1,-2 0 0,-4 20 0,3-20-1232,0 1 0,2 0 0,-2 23 0,5-10-917,-4 67-2816,2-90 2878,0 1 0,0 0 1,-1 0-1,0-1 0,0 1 0,-1-1 0,0 0 0,0 0 0,-7 11 1,1-7 215,1-1-1,-2 0 1,1 0 0,-1-1 0,-12 8 0,-28 17 3681,45-31-2184,12 0-17,2 2-912,0-1-1,1 0 1,-1-1 0,1 0 0,0 0-1,0-1 1,0 0 0,18 0-1,94-4 1518,-98 1-1598,38-1 117,40-2-862,-34-7-2693,-37 5 555,-24 6 1558,0-1 0,0-1 0,-1 1 0,1-1 1,-1 0-1,1-1 0,-1 1 0,0-1 1,10-7-1,14-12-3565,-4-15 204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5:52.7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16079,'69'13'9033,"-3"-3"-5806,83 17-2765,-145-27-460,0 1 0,0 0 1,0 0-1,0 0 0,-1 1 0,1-1 1,0 1-1,-1 0 0,0 0 1,1 0-1,-1 1 0,0-1 1,0 1-1,0-1 0,0 1 1,-1 0-1,1 0 0,-1 1 1,1-1-1,2 6 0,-3-2-25,-1 0 1,1-1-1,-1 2 0,0-1 0,-1 0 1,0 0-1,0 0 0,0 0 1,-1 0-1,0 0 0,-2 7 0,-3 12-804,-1 0 1,-1-1-1,-1 0 0,-22 42 0,9-27-5324,-55 73-1,72-106 4985,-1 0-1,0 0 0,0 0 0,-1-1 1,0 0-1,0 0 0,-16 8 0,-6-9-1629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5:53.1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 15919,'0'-2'5579,"4"-9"2514,1 68-7961,2 0 0,2-1 1,34 109-1,-3-13-725,56 394-9738,-77-379 4336,-3 214 1,-28-155 677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1T12:07:26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520 1 24575,'-3'2'0,"0"0"0,1 0 0,-1 0 0,0 0 0,1 1 0,-1-1 0,1 1 0,0-1 0,0 1 0,0 0 0,0 0 0,-1 4 0,-6 6 0,-45 55 0,-55 92 0,-41 113 0,141-254 0,1-1 0,1 2 0,-8 30 0,8-26 0,0 0 0,-11 23 0,-9 17 0,-21 74 0,41-107 0,2 1 0,1-1 0,1 1 0,2 0 0,6 59 0,-2 0 0,-3 598 0,1-673 0,1 1 0,2 0 0,-1-1 0,2 0 0,0 0 0,1 0 0,0 0 0,11 16 0,-5-7 0,15 45 0,-5-5 0,57 114 0,-62-143 0,38 75 0,85 129 0,-102-185 0,2-1 0,2-2 0,97 91 0,0-22 0,-84-74 0,-34-27 0,1-2 0,0 0 0,38 21 0,52 33 0,-38-22 0,90 50-1365,-151-91-5461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5:58.1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198 0 16880,'-50'65'6555,"6"8"-3416,29-44-3338,2 2-1,0-1 1,3 1 0,0 1 0,2 0 0,1 0 0,2 1 0,1-1 0,1 67 0,3-91 164,1 0 1,0 0-1,1 0 0,0 0 0,0-1 1,1 1-1,0-1 0,0 1 0,0-1 0,1 0 1,0 0-1,1 0 0,0-1 0,5 7 1,-7-10 101,0 0 1,0-1-1,1 1 1,-1-1-1,1 1 1,-1-1-1,1 0 1,0-1-1,0 1 1,0 0-1,0-1 1,0 0-1,0 0 1,0 0-1,0-1 1,0 1-1,0-1 1,1 0-1,-1 0 1,0-1-1,0 1 1,0-1-1,0 0 1,1 0-1,-1 0 1,-1-1-1,1 1 1,4-3-1,3-1 280,-1-1 0,0 0 0,0 0 0,-1-1 0,1 0-1,-1-1 1,-1 0 0,0 0 0,0-1 0,-1 0 0,10-14 0,-14 18-243,0-1 1,-1 1 0,1-1 0,-1 1 0,0-1 0,0 0-1,-1 0 1,0 0 0,0 0 0,0 0 0,-1 0 0,0 0-1,0 0 1,0 0 0,-1 0 0,0 0 0,0 0 0,-1 0-1,1 0 1,-1 1 0,-1-1 0,1 0 0,-7-9 0,-4-2-122,0 1 1,-1 0 0,-1 1-1,-1 1 1,0 0 0,-1 1 0,0 1-1,-1 0 1,-20-8 0,8 2-2118,-38-30 0,66 46 1707,0 1 0,1-1 0,-1 0 0,0 1 0,1-1 0,0 0 0,0 0 0,-1 0 1,1 0-1,0 0 0,0 0 0,1 0 0,-1-1 0,0 1 0,1 0 0,0 0 0,-1-1 0,1 1 0,0 0 1,0-1-1,0 1 0,0 0 0,1-1 0,-1 1 0,0 0 0,1 0 0,0-1 0,0 1 0,-1 0 0,1 0 1,3-3-1,2-6-1386,0 1 0,1 1 1,0 0-1,14-14 1,-18 19 1207,37-35-4333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5:58.4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0 11275,'0'0'8408,"0"5"-6065,-4 139 1455,0 17-3560,11 125 50,1 28-1091,-18-103-4848,7-184 3312,-1 0 0,-2 0 0,0 0 0,-2-1 0,-21 48 0,26-69 1554,0 0 0,0-1 0,-1 1 1,0-1-1,-8 8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5:58.9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29 101 16624,'-1'17'2360,"-1"0"0,0 1 0,-6 18 1,4-19-1851,1-1 1,0 1-1,0 19 1,2 54-558,0 45-1898,6-48-2587,3-61 1575,-3-24-1294,10-11 1982,-8 1 814,-1 1 485,0-1-1,-1 0 0,0 0 1,0-1-1,-1 1 1,0-1-1,3-11 0,9-17-639,33-67 350,22-46 3164,4 6 5833,-25 74-439,-50 69-7154,1 0-1,-1 0 1,1 0 0,0 0 0,0 0 0,-1 0 0,1 0 0,0 1-1,0-1 1,0 0 0,0 0 0,0 1 0,0-1 0,0 0 0,0 1-1,0-1 1,0 1 0,0 0 0,0-1 0,1 1 0,-1 0 0,0 0-1,0 0 1,0-1 0,1 1 0,-1 1 0,0-1 0,0 0 0,0 0-1,0 0 1,1 0 0,0 1 0,1 1 39,-1 0-1,1 0 1,0 0 0,-1 1-1,0-1 1,1 1 0,-1-1-1,0 1 1,-1 0 0,1-1-1,2 6 1,6 13 84,-2 1 0,10 33 0,-17-52-240,7 27 49,-1 0 0,-1 0 0,-2 0-1,0 1 1,-3-1 0,0 1 0,-6 45 0,4-65-64,-1 0 0,0 0 0,-1-1 1,0 1-1,0 0 0,-1-1 0,-1 0 1,0 0-1,0 0 0,-1-1 0,0 0 1,-1 0-1,0 0 0,0-1 0,-1 0 1,0 0-1,0-1 0,-1 0 0,0-1 1,0 1-1,0-2 0,-1 1 0,0-2 1,-11 5-1,13-6 76,0-1-1,0 0 1,-1 0 0,1-1-1,-1 0 1,0 0 0,1-1 0,-1 0-1,1-1 1,-1 0 0,1 0-1,-12-4 1,15 4 4,0-1 0,1 0-1,-1 0 1,1 0 0,-1 0 0,1-1 0,0 0-1,0 0 1,0 0 0,0 0 0,1-1-1,-1 1 1,1-1 0,0 0 0,0 0 0,1 0-1,-1 0 1,1-1 0,-1 1 0,1-1-1,1 1 1,-3-10 0,3 12-65,1 0-1,-1 0 1,1-1-1,0 1 1,0 0 0,0 0-1,0 0 1,0-1-1,1 1 1,-1 0 0,1 0-1,-1 0 1,1-1-1,0 1 1,0 0 0,-1 0-1,2 0 1,-1 0-1,0 0 1,2-1-1,0-1-6,0 1 0,1 0 0,-1 1 0,1-1 0,-1 0 0,1 1 0,0 0 0,0 0 0,7-2 0,5-1-43,1 0 1,-1 2 0,1 0-1,21-1 1,60-8-562,-76 7-1137,1-1-1,28-11 0,-39 13 429,0-2 1,0 1-1,0-2 0,-1 0 1,0 0-1,0-1 0,-1 0 0,0-1 1,-1 0-1,0 0 0,0-1 1,-1 0-1,9-14 0,12-34-3623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5:59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17072,'45'32'7559,"-2"4"-3715,-23-18-3749,-2 0-1,0 1 1,0 1 0,-2 1 0,-1 1-1,-1 0 1,22 44 0,-35-61-94,1-1-1,-1 1 1,0 0 0,0-1 0,0 1-1,0 0 1,-1 0 0,0 0 0,0-1-1,-1 1 1,1 0 0,-1 0 0,0 0-1,0-1 1,0 1 0,-1-1 0,0 1-1,0-1 1,0 1 0,0-1 0,-1 0-1,-3 5 1,-8 8-74,0-1 0,-1 0 0,-31 25 0,7-7 12,32-27 35,-4 3 18,0 1 1,1 0-1,0 1 0,-17 25 1,26-34 13,-1 0 1,1 0 0,-1 0 0,1-1 0,0 1 0,0 0 0,1 0 0,-1 1 0,0-1-1,1 0 1,0 0 0,0 0 0,0 0 0,0 0 0,0 0 0,1 1 0,-1-1 0,1 0-1,0 0 1,0 0 0,0 0 0,0 0 0,1-1 0,-1 1 0,1 0 0,0 0 0,-1-1-1,1 1 1,0-1 0,5 4 0,1 1 30,0-1-1,1 0 0,0 0 1,0-1-1,1 0 1,-1-1-1,1 0 1,0 0-1,0-1 0,1 0 1,13 1-1,-14-2-24,-1-1-1,0 0 1,1-1-1,-1 0 1,1 0-1,-1-1 1,1 0-1,-1-1 1,0 0-1,1 0 1,-1-1-1,0-1 1,8-3-1,-12 3-194,0 1-1,0 0 0,0-1 1,-1 0-1,0 0 1,1-1-1,5-8 1,-4 4-930,-1 0-1,0-1 1,0 0 0,-1 1-1,0-1 1,4-19 0,-3 0-2554,-1-1 1,-1 1 0,-1-37-1,-2 11-1313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6:00.0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1 203 13645,'7'2'4927,"7"1"-2813,3 3-689,1-2 1,0-1-1,23 2 1,-10-2-665,-8-1-751,0 0 0,0-1 0,0-2 1,0 0-1,44-9 0,-42 7-3797,-39 2-4938,9 1 7909,-1 0 1,0 1-1,0-1 0,0 1 1,1 1-1,-1-1 1,1 1-1,-1 0 0,1 0 1,-8 4-1,-56 39-239,55-28 3584,14-16-2405,0-1 0,0 1 0,0-1 0,0 1 0,0-1 0,0 1 0,0-1 0,0 1 0,0-1 0,0 0 0,0 1 0,0-1 0,0 1 0,0-1 0,1 1 0,-1-1 0,0 0 0,0 1 0,0-1 0,1 1 0,-1-1 0,0 0 0,0 1 0,1-1 0,-1 0 0,0 1 0,1-1 0,1 1-29,-1 0 0,1-1-1,-1 1 1,1-1 0,-1 0-1,1 1 1,-1-1 0,1 0-1,0 0 1,-1 0 0,1 0-1,-1 0 1,1 0 0,-1 0-1,1-1 1,0 1 0,-1-1-1,1 1 1,-1-1 0,0 1-1,1-1 1,1-1-1,22-15 179,-1-1 0,0-1 0,-2-1 0,0-1 0,-1-1 0,34-47 0,36-36 1826,-89 103-1961,-1 1 0,1-1 0,-1 1 0,1 0 0,0-1 0,0 1 0,0 0 1,0 0-1,0 0 0,0 1 0,0-1 0,0 0 0,3 0 0,-4 1-69,-1 1 0,1-1 0,0 0 0,0 0 0,-1 0 0,1 1-1,0-1 1,0 0 0,-1 1 0,1-1 0,-1 0 0,1 1 0,0-1 0,-1 1-1,1-1 1,-1 1 0,1-1 0,-1 1 0,1 0 0,-1-1 0,1 1 0,-1 0-1,0-1 1,1 1 0,-1 0 0,0-1 0,0 1 0,1 0 0,-1 0 0,0-1-1,0 1 1,0 0 0,0 0 0,0-1 0,0 1 0,0 0 0,0 0 0,0-1-1,-1 1 1,1 0 0,0 0 0,-1 1 0,-7 61 862,-4 0 0,-35 112 0,-61 120-659,104-286-209,-44 115 1331,48-124-1351,-1 1 1,1-1-1,0 1 1,0 0-1,0-1 1,-1 1 0,1-1-1,0 1 1,0-1-1,0 1 1,0 0 0,0-1-1,0 1 1,0-1-1,1 1 1,-1 0 0,0-1-1,0 1 1,0-1-1,1 1 1,-1-1 0,0 1-1,0-1 1,1 1-1,-1-1 1,0 1-1,1-1 1,-1 1 0,1-1-1,-1 0 1,1 1-1,-1-1 1,1 0 0,-1 1-1,1-1 1,-1 0-1,1 0 1,-1 1 0,1-1-1,0 0 1,32 8 373,-11-4 192,-13 1-472,0 0 0,0 0 0,0 1 0,0 1 0,-1-1 0,0 1 0,0 1 0,-1-1 0,0 1 0,-1 1 0,1-1 0,9 19 1,-4-4 5,-1-1 0,-1 1 1,-1 1-1,9 34 0,-13-34-82,-1 1 0,-1-1-1,-1 1 1,-2 0-1,0-1 1,-2 1 0,0 0-1,-2-1 1,0 0 0,-2 0-1,-9 24 1,-4 2-1061,-2 0 0,-3-1 0,-56 87 0,58-104-1362,-2-1 0,-1 0 0,-49 45 0,55-59 659,0-1 0,-2 0 0,0-1 0,-1-2 0,0 0-1,-38 16 1,-12-10-3801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7:48.3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12075,'0'0'4031,"5"2"-337,62 40-1473,-49-29-2126,1-1-1,1 0 1,33 13 0,-24-14 84,-12-6-127,0 0-1,0 2 0,-1 0 1,0 1-1,0 1 1,26 19-1,-40-26-126,-1 0 1,1 0-1,-1 1 0,1-1 0,-1 1 1,0-1-1,0 1 0,0-1 1,0 1-1,-1-1 0,1 1 0,-1 0 1,0-1-1,1 1 0,-1 0 1,0-1-1,0 1 0,-1 0 0,1 0 1,-1-1-1,1 1 0,-1-1 1,0 1-1,0-1 0,-1 4 0,-2 4-86,0-1 0,-1 1-1,0 0 1,-11 13 0,-41 37 238,47-51-144,0 0 0,1 1 0,0 0-1,0 1 1,-12 21 0,20-32 60,1 1-1,0 0 1,0-1-1,-1 1 1,1 0 0,0-1-1,0 1 1,0 0-1,0-1 1,0 1 0,0 0-1,0-1 1,0 1-1,1 0 1,-1-1 0,0 1-1,0 0 1,0-1-1,1 1 1,-1-1-1,0 1 1,1 0 0,-1-1-1,0 1 1,1-1-1,-1 1 1,1-1 0,-1 1-1,1-1 1,-1 1-1,1-1 1,-1 0-1,1 1 1,0-1 0,-1 0-1,1 0 1,-1 1-1,1-1 1,0 0 0,-1 0-1,1 0 1,0 0-1,-1 1 1,1-1 0,0 0-1,-1 0 1,2-1-1,33 2 268,29-17 542,-49 11-554,1 0 1,0 2-1,0 0 1,24-1 0,-39 4-243,0 0 0,0 1 1,0-1-1,0 0 1,0 1-1,0-1 0,-1 1 1,1-1-1,0 1 1,0 0-1,0-1 0,-1 1 1,1 0-1,0 0 1,-1 0-1,1-1 0,0 1 1,-1 0-1,1 0 1,-1 0-1,0 0 0,1 0 1,-1 0-1,0 0 0,1 0 1,-1 0-1,0 0 1,0 0-1,0 0 0,0 0 1,0 2-1,-2 31-392,-3-20 92,0 0 0,-1 0 0,-1-1 0,0 0 0,-1 0 0,0-1 0,-1 0 0,0 0 0,-13 12-1,5-8-404,0-1 0,0 0-1,-2-1 1,1-1-1,-27 13 1,43-25 681,-1 0 0,1 0-1,-1 0 1,0-1 0,1 1 0,-1-1 0,0 0 0,0 0 0,-5 0 0,4-5 786,22-5 930,-5 5-1395,-1 2 0,1-1 0,0 1 1,1 1-1,-1 1 0,0 0 0,0 0 1,1 1-1,-1 1 0,0 0 0,16 4 1,17 6-465,82 30 1,-121-38 114,-4-2-568,-8 0-2680,-40 9-1142,-45 5 0,-6-1 3043,13 0 2354,38-7 2149,0 1 1,-87 29-1,132-36-3098,0-1 1,0 0-1,-1 1 1,1-1 0,0 0-1,0 1 1,0-1-1,0 1 1,0-1-1,-1 1 1,1-1-1,0 0 1,0 1-1,0-1 1,0 1-1,0-1 1,0 1-1,0-1 1,1 0-1,-1 1 1,0-1-1,0 1 1,0-1-1,0 0 1,0 1-1,1-1 1,-1 0-1,0 1 1,0-1-1,1 1 1,-1-1-1,0 0 1,0 0-1,1 1 1,-1-1-1,0 0 1,1 0-1,-1 1 1,1-1-1,-1 0 1,0 0-1,1 1 1,16 12 47,5-5 239,0 0 1,1-2-1,0 0 1,33 3-1,96 3 1166,-110-10-1187,-30-1-237,0-1-1,-1 0 0,1-1 1,-1 0-1,15-3 0,-21 2-362,-1 1 0,1-1-1,-1 0 1,0 0 0,1 0 0,-1 0-1,0-1 1,6-5 0,-10 7 260,0 0 0,0 1 0,0-1 0,0 0 0,0 1-1,0-1 1,0 0 0,-1 0 0,1 1 0,0-1 0,0 0 0,-1 1 0,1-1 0,0 0 0,-1 1 0,1-1 0,-1 1 0,1-1 0,-1 1 0,1-1 0,-1 0 0,1 1 0,-1 0 0,1-1 0,-1 1 0,0-1 0,1 1-1,-1 0 1,0-1 0,1 1 0,-1 0 0,0 0 0,1 0 0,-2-1 0,-19-9-8,11 7 631,0 0 0,-1 1 0,1 0 0,-1 1 0,1 0 1,-20 0-1,27 1-363,1 1-154,1 0 0,-1 0 0,1 0 0,0-1 0,-1 1 0,1 1 0,0-1 0,-1 0 0,1 0 0,0 0 0,0 1 0,0-1-1,0 0 1,0 1 0,0-1 0,1 1 0,-1-1 0,0 3 0,0-3 23,-3 8-90,1 1 0,0 0 0,1 0-1,0 0 1,0 0 0,1 0 0,0 1 0,1-1-1,2 14 1,-3 10-65,-23 248-815,1-20-4418,23-243 4377,-1 33-7674,1-45 7626,0-1-2046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7:48.9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 12684,'16'-3'1702,"0"1"1,0 1-1,19 0 0,53 9 413,-55-2-2108,-2 1 0,1 2 0,37 16 0,-65-24 42,0 1 0,1 0-1,-1 0 1,0 0 0,0 1-1,0-1 1,-1 1 0,1 0-1,-1 0 1,1 0 0,-1 1-1,0-1 1,0 1-1,-1 0 1,1 0 0,-1 0-1,0 0 1,0 0 0,0 0-1,0 0 1,-1 1 0,2 7-1,-2-2 72,-1 0 0,0 0 0,-1 0-1,0 0 1,0 0 0,-1 0 0,0-1 0,-1 1 0,-7 15-1,-4 9-264,-2 0 0,-1-2 0,-30 45 0,-34 28-3396,33-56-1240,45-46 3820,-1 1 0,1-1 0,-1 0 0,0-1 0,0 1-1,0-1 1,0 1 0,0-1 0,-1-1 0,-6 3 0,6-8-2584,-1-18 2611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6T11:27:49.5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13357,'3'-1'5998,"8"2"-4112,-8 1 1467,1 1-3119,-1 1 0,0 0 1,0-1-1,0 1 0,-1 1 0,1-1 1,-1 0-1,0 1 0,0-1 0,-1 1 0,1-1 1,0 6-1,8 65 84,-7-39-371,19 334-2891,-18-274 2199,-1 234-2183,-4-181-3406,14-211 1631,-2-70 4171,-1 1 3282,-1 18 1683,0 17 1696,-8 95-6058,-1 0 0,1 0 0,0 0 0,0 1 0,0-1 0,0 0 0,0 0 0,0 1 0,0-1 0,0 1 0,0-1 0,0 1 0,0-1 0,0 1 0,1 0 0,-1-1 0,0 1 0,0 0 0,2 0 0,-2 0 30,24-4-201,-1 1 0,29 0 0,-29 3-1234,0-2 0,41-7-1,-27 0-884,-6 3 33,0-1-1,0-2 0,-1-1 1,0-1-1,-1-2 0,47-27 1,-64 30 1505,0-1 0,-1 0 1,12-15-1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1T12:10:01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24575,'1298'0'0,"-1016"13"0,-25 1 0,98-17 0,185 6 0,-388 9 0,64 2 0,632-15 0,-811 2 0,55 11 0,15 1 0,-73-12-1365,-5-1-5461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1T12:10:04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472 2 24575,'-10'-1'0,"0"1"0,0 0 0,0 1 0,1 0 0,-1 0 0,0 1 0,1 0 0,-1 1 0,1 0 0,0 1 0,0 0 0,0 0 0,0 1 0,1 0 0,0 0 0,0 1 0,-13 11 0,-25 28 0,34-36 0,2 0 0,-1 1 0,1 1 0,1 0 0,-11 16 0,13-15 0,1-1 0,0 1 0,1 0 0,0 0 0,1 1 0,1-1 0,0 1 0,-2 18 0,-3 22 0,1-14 0,-2 76 0,10-87 0,-2 0 0,-1 0 0,-11 55 0,0-25 0,7-24 0,-16 44 0,14-51 0,2-1 0,1 1 0,1 1 0,0 53 0,-6 36 0,1-28 0,4 0 0,7 108 0,0-52 0,-4-10 0,5 148 0,0-267 0,1 0 0,0-1 0,1 0 0,0 0 0,15 27 0,7 21 0,-4 5 0,37 97 0,-45-131 0,1-1 0,1-1 0,2 0 0,1-2 0,33 39 0,-33-46 0,5 8 0,2-1 0,0-1 0,2-2 0,1 0 0,50 33 0,-64-50-1365,-4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C1E70-9D21-4466-A990-31EC21D0A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7548B9-0B1A-4A58-9F0B-2AA90EDE0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1CD26-E873-47D3-9C04-E878DD07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A8F253-67EA-4992-A498-77C0AEE0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6B625B-6514-454F-B061-6A4DED0E8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16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8CD45-2A7E-4231-8403-5185E8CD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2BCB7E-C228-4E86-B77B-543B2941C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A4B24-971C-4B74-8B1C-DE880EA4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0080C-1165-4C87-ACE7-AAD3575A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3235AD-C06A-4CA9-84D7-1E3E3F64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76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FE1CB-102E-4B2A-8115-2AE792ADD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A8E7B-1BA2-4E78-AE6F-956CE964B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696EBF-BCC3-4994-9833-674F50C3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1D7FA5-1B06-4161-839F-F4F701C0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42CEE-6FED-495B-A787-247FBF36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65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DD67B-7768-437C-8802-F44D16B5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15014C-068F-4FD3-BC3C-D86A679BD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77D76-4AB7-4949-B910-BEC82F4A4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24C03F-31D1-40E2-9E87-3B2A5CED3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7C0308-A18C-45B8-90FC-F0FB904AE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97D040-22C0-45E5-81CA-5144C1D2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2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7BDDF-D843-49FE-82D5-D5F1008A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183AC6-EA9D-4A8B-B3BD-A1785E6A2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55ED8F-33AA-418F-86B1-01A4F944F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10C625-A112-4EB6-93A5-0443BBAE2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1BC80E-BB7F-4D21-9D4D-179D52DEF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3CA959-1335-4637-9A43-9AFD437C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C3C175-79D9-4AB0-A056-6D2EB82A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7993F0-611E-4A57-A20C-7D9F284A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286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4CBD2-76AC-4638-90B8-EEC9BC4D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718271-9F55-4111-8B60-63EA5F4DA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32AB00-35AC-499E-AF59-B9CF2389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D64728-DF94-4337-B995-B3D41B80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2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55C57E-9A23-44D1-BF90-0713F8D51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74432B-9FE7-47E8-9F34-D4C8BE21B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6252CB-C85B-4A0B-84C4-C135083A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1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3A1AB-7345-4C50-B4A9-36F9BB313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5EB86B-855A-424A-8A4B-4F42B784B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89B06-991F-4DA8-9A2B-7AE5545C0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B0B4EE-7D5C-4E70-8E8F-13DAA01B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58F027-141E-420B-95B5-64C1A935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268455-782A-4C68-8111-E5F72974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966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67686-CCC5-4EF9-AB32-42E95A089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36D5B2-843C-44F8-AA4E-2CB0A31CF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009033-8BA4-46E4-9C41-F91D75044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2EDEC-3CE4-485D-A507-6BB8FA63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25EE6A-3785-405B-BAC0-FB5CAED2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CFD65F-33EA-4671-8C9A-114EB948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43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BF9EEF-948E-4B0A-A5D1-BB157389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FE67F3-3D65-41B9-81FF-24E8634E1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7D8411-1C5F-460B-9FFA-F3112C7D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FABFA5-B474-434A-B729-C7539E1A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129CAE-5066-4536-A999-4DC3CA08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446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5243D0-88D2-4435-A450-C50205605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DF5FF5-04CD-4F10-BCFB-E580D67F9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EFB70-84A8-4CD7-984D-FBE7F38B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88D72C-30B0-4BEB-A08C-AD6CB6B6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6357EC-F328-48FC-B880-5DFE1ADE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583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80228C-9DF3-47A1-95FF-C94420D78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124ECB-EADC-4D32-BA22-76FE6E450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687E1C-EABD-4629-B188-3E94977FC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D6D9E-3476-44B0-B45A-9F9B8FE88FDA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A67C10-96ED-4928-BE68-EBC84977B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AE9019-6FF2-4FB6-9222-9509E381B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D94C7-C453-4AE9-A3D7-6934A5702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21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4.png"/><Relationship Id="rId21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customXml" Target="../ink/ink5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2" Type="http://schemas.openxmlformats.org/officeDocument/2006/relationships/image" Target="../media/image3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9.png"/><Relationship Id="rId24" Type="http://schemas.openxmlformats.org/officeDocument/2006/relationships/customXml" Target="../ink/ink11.xml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10" Type="http://schemas.openxmlformats.org/officeDocument/2006/relationships/customXml" Target="../ink/ink4.xml"/><Relationship Id="rId19" Type="http://schemas.openxmlformats.org/officeDocument/2006/relationships/image" Target="../media/image13.png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.png"/><Relationship Id="rId7" Type="http://schemas.openxmlformats.org/officeDocument/2006/relationships/customXml" Target="../ink/ink15.xml"/><Relationship Id="rId12" Type="http://schemas.openxmlformats.org/officeDocument/2006/relationships/image" Target="../media/image8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image" Target="../media/image19.png"/><Relationship Id="rId10" Type="http://schemas.openxmlformats.org/officeDocument/2006/relationships/image" Target="../media/image70.png"/><Relationship Id="rId4" Type="http://schemas.openxmlformats.org/officeDocument/2006/relationships/image" Target="../media/image40.png"/><Relationship Id="rId9" Type="http://schemas.openxmlformats.org/officeDocument/2006/relationships/customXml" Target="../ink/ink16.xml"/><Relationship Id="rId14" Type="http://schemas.openxmlformats.org/officeDocument/2006/relationships/customXml" Target="../ink/ink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8.png"/><Relationship Id="rId7" Type="http://schemas.openxmlformats.org/officeDocument/2006/relationships/customXml" Target="../ink/ink21.xml"/><Relationship Id="rId12" Type="http://schemas.openxmlformats.org/officeDocument/2006/relationships/image" Target="../media/image14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customXml" Target="../ink/ink23.xml"/><Relationship Id="rId5" Type="http://schemas.openxmlformats.org/officeDocument/2006/relationships/customXml" Target="../ink/ink20.xml"/><Relationship Id="rId10" Type="http://schemas.openxmlformats.org/officeDocument/2006/relationships/image" Target="../media/image130.png"/><Relationship Id="rId4" Type="http://schemas.openxmlformats.org/officeDocument/2006/relationships/image" Target="../media/image100.png"/><Relationship Id="rId9" Type="http://schemas.openxmlformats.org/officeDocument/2006/relationships/customXml" Target="../ink/ink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20.png"/><Relationship Id="rId12" Type="http://schemas.openxmlformats.org/officeDocument/2006/relationships/image" Target="../media/image200.png"/><Relationship Id="rId17" Type="http://schemas.openxmlformats.org/officeDocument/2006/relationships/image" Target="../media/image23.png"/><Relationship Id="rId2" Type="http://schemas.openxmlformats.org/officeDocument/2006/relationships/customXml" Target="../ink/ink24.xml"/><Relationship Id="rId16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11" Type="http://schemas.openxmlformats.org/officeDocument/2006/relationships/customXml" Target="../ink/ink26.xml"/><Relationship Id="rId15" Type="http://schemas.openxmlformats.org/officeDocument/2006/relationships/image" Target="../media/image22.png"/><Relationship Id="rId10" Type="http://schemas.openxmlformats.org/officeDocument/2006/relationships/image" Target="../media/image190.png"/><Relationship Id="rId9" Type="http://schemas.openxmlformats.org/officeDocument/2006/relationships/customXml" Target="../ink/ink25.xml"/><Relationship Id="rId14" Type="http://schemas.openxmlformats.org/officeDocument/2006/relationships/customXml" Target="../ink/ink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A39A8E-8C66-4740-971C-0A9E7F798E83}"/>
              </a:ext>
            </a:extLst>
          </p:cNvPr>
          <p:cNvSpPr txBox="1"/>
          <p:nvPr/>
        </p:nvSpPr>
        <p:spPr>
          <a:xfrm>
            <a:off x="567655" y="201336"/>
            <a:ext cx="11056689" cy="469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/>
              <a:t>10. 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Commons-</a:t>
            </a:r>
            <a:r>
              <a:rPr lang="en-US" altLang="ko-KR" sz="1800" b="0" i="0" u="none" strike="noStrike" dirty="0" err="1">
                <a:effectLst/>
                <a:latin typeface="Times New Roman" panose="02020603050405020304" pitchFamily="18" charset="0"/>
              </a:rPr>
              <a:t>FileUpload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패키지를 이용하여 다음 조건에 맞게 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JSP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애플리케이션을 만들고</a:t>
            </a:r>
            <a:r>
              <a:rPr lang="ko-KR" altLang="en-US" dirty="0"/>
              <a:t>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실행 결과를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Times New Roman" panose="02020603050405020304" pitchFamily="18" charset="0"/>
            </a:endParaRP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/WEB-INF/lib/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폴더에 파일 업로드를 위한 라이브러리인 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commons-fileupload.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jar, commons-io.jar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추가합니다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2)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fileupload02.jsp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input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file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유형을 이용하여 파일 항목을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태그의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action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fileupload02_process.jsp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enctype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</a:t>
            </a:r>
            <a:r>
              <a:rPr lang="ko-KR" altLang="en-US" dirty="0"/>
              <a:t>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multipart/form-data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3) fileupload02_process.jsp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Commons-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FileUpload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패키지를 사용하여 요청 파라미터 이름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저장 파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일 이름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일 콘텐츠 유형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파일 크기를 출력합니다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</a:br>
            <a:r>
              <a:rPr lang="en-US" altLang="ko-KR" dirty="0">
                <a:latin typeface="Times New Roman" panose="02020603050405020304" pitchFamily="18" charset="0"/>
              </a:rPr>
              <a:t>4)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'http://localhost:8080/Exercise/ch07/fileupload02.jsp'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AE0E0235-3593-43F0-BA58-B254F3163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35" y="953679"/>
            <a:ext cx="4257675" cy="923925"/>
          </a:xfrm>
          <a:prstGeom prst="rect">
            <a:avLst/>
          </a:prstGeom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CD5C1AD2-5899-418A-B7AE-0390762F0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501" y="668191"/>
            <a:ext cx="46958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7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689F13-13CE-42BF-A722-68C8E219C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" y="1452562"/>
            <a:ext cx="5641785" cy="255746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AC8E7C-0DC1-4533-8EA7-6DD0F98B8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395" y="0"/>
            <a:ext cx="5409259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12E2241F-DCD9-4F6A-A545-AD5C9C918BD4}"/>
                  </a:ext>
                </a:extLst>
              </p14:cNvPr>
              <p14:cNvContentPartPr/>
              <p14:nvPr/>
            </p14:nvContentPartPr>
            <p14:xfrm>
              <a:off x="176175" y="1621410"/>
              <a:ext cx="1104480" cy="766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12E2241F-DCD9-4F6A-A545-AD5C9C918B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175" y="1612770"/>
                <a:ext cx="112212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E42AC73B-D868-4446-B7CB-825563391A0F}"/>
                  </a:ext>
                </a:extLst>
              </p14:cNvPr>
              <p14:cNvContentPartPr/>
              <p14:nvPr/>
            </p14:nvContentPartPr>
            <p14:xfrm>
              <a:off x="7186815" y="156210"/>
              <a:ext cx="1517040" cy="525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E42AC73B-D868-4446-B7CB-825563391A0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7815" y="147210"/>
                <a:ext cx="15346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15BC18CC-B6D4-4E95-ADF9-815CD138778A}"/>
                  </a:ext>
                </a:extLst>
              </p14:cNvPr>
              <p14:cNvContentPartPr/>
              <p14:nvPr/>
            </p14:nvContentPartPr>
            <p14:xfrm>
              <a:off x="8052255" y="1770090"/>
              <a:ext cx="2394360" cy="903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15BC18CC-B6D4-4E95-ADF9-815CD13877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43255" y="1761090"/>
                <a:ext cx="2412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BA36F68D-5991-4C0E-99C8-914B85283E8C}"/>
                  </a:ext>
                </a:extLst>
              </p14:cNvPr>
              <p14:cNvContentPartPr/>
              <p14:nvPr/>
            </p14:nvContentPartPr>
            <p14:xfrm>
              <a:off x="8062695" y="519450"/>
              <a:ext cx="1250280" cy="360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BA36F68D-5991-4C0E-99C8-914B85283E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53695" y="510450"/>
                <a:ext cx="126792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EAFEABC2-7F77-4C9C-B9F8-81393AB4A786}"/>
                  </a:ext>
                </a:extLst>
              </p14:cNvPr>
              <p14:cNvContentPartPr/>
              <p14:nvPr/>
            </p14:nvContentPartPr>
            <p14:xfrm>
              <a:off x="6726735" y="2360130"/>
              <a:ext cx="2373480" cy="201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EAFEABC2-7F77-4C9C-B9F8-81393AB4A78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18095" y="2351490"/>
                <a:ext cx="23911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8C576D54-A518-49C9-9545-836B879731A9}"/>
                  </a:ext>
                </a:extLst>
              </p14:cNvPr>
              <p14:cNvContentPartPr/>
              <p14:nvPr/>
            </p14:nvContentPartPr>
            <p14:xfrm>
              <a:off x="6534495" y="2458410"/>
              <a:ext cx="166320" cy="4896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8C576D54-A518-49C9-9545-836B879731A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25855" y="2449770"/>
                <a:ext cx="18396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D1300DE5-11BB-4B28-81D0-29069F2A2734}"/>
                  </a:ext>
                </a:extLst>
              </p14:cNvPr>
              <p14:cNvContentPartPr/>
              <p14:nvPr/>
            </p14:nvContentPartPr>
            <p14:xfrm>
              <a:off x="7137855" y="3638490"/>
              <a:ext cx="1060560" cy="5904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D1300DE5-11BB-4B28-81D0-29069F2A273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29215" y="3629490"/>
                <a:ext cx="10782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03B5C733-49D5-4689-937E-852E31EC9FC6}"/>
                  </a:ext>
                </a:extLst>
              </p14:cNvPr>
              <p14:cNvContentPartPr/>
              <p14:nvPr/>
            </p14:nvContentPartPr>
            <p14:xfrm>
              <a:off x="6534855" y="3012810"/>
              <a:ext cx="100440" cy="44208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03B5C733-49D5-4689-937E-852E31EC9FC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26215" y="3003810"/>
                <a:ext cx="11808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FDE03FEF-2478-4456-B9DF-FE9687B58DCC}"/>
                  </a:ext>
                </a:extLst>
              </p14:cNvPr>
              <p14:cNvContentPartPr/>
              <p14:nvPr/>
            </p14:nvContentPartPr>
            <p14:xfrm>
              <a:off x="7068735" y="4177050"/>
              <a:ext cx="89640" cy="66744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FDE03FEF-2478-4456-B9DF-FE9687B58DC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59735" y="4168410"/>
                <a:ext cx="107280" cy="68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A5D451DF-86E3-4D78-A780-2CC0B0596CC9}"/>
                  </a:ext>
                </a:extLst>
              </p14:cNvPr>
              <p14:cNvContentPartPr/>
              <p14:nvPr/>
            </p14:nvContentPartPr>
            <p14:xfrm>
              <a:off x="7064775" y="5493930"/>
              <a:ext cx="79560" cy="62244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A5D451DF-86E3-4D78-A780-2CC0B0596CC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56135" y="5485290"/>
                <a:ext cx="97200" cy="64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DABC9534-3A2E-461C-9CFA-F6CB9011D60B}"/>
                  </a:ext>
                </a:extLst>
              </p14:cNvPr>
              <p14:cNvContentPartPr/>
              <p14:nvPr/>
            </p14:nvContentPartPr>
            <p14:xfrm>
              <a:off x="4203495" y="2845770"/>
              <a:ext cx="1437120" cy="6516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DABC9534-3A2E-461C-9CFA-F6CB9011D60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94495" y="2837130"/>
                <a:ext cx="145476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6DD341C6-8294-410C-8A62-4D74B385FFBB}"/>
                  </a:ext>
                </a:extLst>
              </p14:cNvPr>
              <p14:cNvContentPartPr/>
              <p14:nvPr/>
            </p14:nvContentPartPr>
            <p14:xfrm>
              <a:off x="2778615" y="3157530"/>
              <a:ext cx="474840" cy="1800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6DD341C6-8294-410C-8A62-4D74B385FFB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69975" y="3148890"/>
                <a:ext cx="492480" cy="3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37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A39A8E-8C66-4740-971C-0A9E7F798E83}"/>
              </a:ext>
            </a:extLst>
          </p:cNvPr>
          <p:cNvSpPr txBox="1"/>
          <p:nvPr/>
        </p:nvSpPr>
        <p:spPr>
          <a:xfrm>
            <a:off x="361507" y="234892"/>
            <a:ext cx="11632019" cy="5996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/>
              <a:t>10. 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Commons-</a:t>
            </a:r>
            <a:r>
              <a:rPr lang="en-US" altLang="ko-KR" sz="1800" b="0" i="0" u="none" strike="noStrike" dirty="0" err="1">
                <a:effectLst/>
                <a:latin typeface="Times New Roman" panose="02020603050405020304" pitchFamily="18" charset="0"/>
              </a:rPr>
              <a:t>FileUpload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패키지를 이용하여 다음 조건에 맞게 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JSP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애플리케이션을 만들고</a:t>
            </a:r>
            <a:r>
              <a:rPr lang="ko-KR" altLang="en-US" dirty="0"/>
              <a:t>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실행 결과를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/WEB-INF/lib/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폴더에 파일 업로드를 위한 라이브러리인 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commons-fileupload.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jar, commons-io.jar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추가합니다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2)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fileupload022.jsp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검색으로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L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ayout </a:t>
            </a:r>
            <a:r>
              <a:rPr lang="en-US" altLang="ko-KR" dirty="0">
                <a:solidFill>
                  <a:srgbClr val="FF0000"/>
                </a:solidFill>
              </a:rPr>
              <a:t>Horizontal form,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Floating labels </a:t>
            </a:r>
            <a:r>
              <a:rPr lang="en-US" altLang="ko-KR" dirty="0" err="1">
                <a:solidFill>
                  <a:srgbClr val="FF0000"/>
                </a:solidFill>
              </a:rPr>
              <a:t>textareas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Input group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system-ui"/>
              </a:rPr>
              <a:t>Custom file input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endParaRPr lang="en-US" altLang="ko-KR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nsolas" panose="020B0609020204030204" pitchFamily="49" charset="0"/>
              </a:rPr>
              <a:t>h4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800" dirty="0">
                <a:solidFill>
                  <a:srgbClr val="3F7F7F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파일 업로드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800" i="1" dirty="0">
                <a:solidFill>
                  <a:srgbClr val="3F7F7F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800" i="1" dirty="0">
                <a:solidFill>
                  <a:srgbClr val="3F7F7F"/>
                </a:solidFill>
                <a:latin typeface="Consolas" panose="020B0609020204030204" pitchFamily="49" charset="0"/>
              </a:rPr>
              <a:t>h4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를 작성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input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file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유형을 이용하여 파일 항목을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• input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태그 내에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이름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주소 항목 추가</a:t>
            </a:r>
            <a:br>
              <a:rPr lang="en-US" altLang="ko-KR" dirty="0">
                <a:solidFill>
                  <a:srgbClr val="FF0000"/>
                </a:solidFill>
                <a:latin typeface="+mj-lt"/>
              </a:rPr>
            </a:b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• </a:t>
            </a:r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textarea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태그 내에 설명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항목 추가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태그의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action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fileupload022_process.jsp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enctype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</a:t>
            </a:r>
            <a:r>
              <a:rPr lang="ko-KR" altLang="en-US" dirty="0"/>
              <a:t>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multipart/form-data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3) fileupload022_process.jsp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Commons-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FileUpload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패키지를 사용하여 요청 파라미터 이름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저장 파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일 이름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일 콘텐츠 유형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파일 크기를 출력합니다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검색으로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Tables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Bordered table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endParaRPr lang="en-US" altLang="ko-KR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nsolas" panose="020B0609020204030204" pitchFamily="49" charset="0"/>
              </a:rPr>
              <a:t>h4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800" dirty="0">
                <a:solidFill>
                  <a:srgbClr val="3F7F7F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파일 업로드 결과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800" i="1" dirty="0">
                <a:solidFill>
                  <a:srgbClr val="3F7F7F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800" i="1" dirty="0">
                <a:solidFill>
                  <a:srgbClr val="3F7F7F"/>
                </a:solidFill>
                <a:latin typeface="Consolas" panose="020B0609020204030204" pitchFamily="49" charset="0"/>
              </a:rPr>
              <a:t>h4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를 작성</a:t>
            </a:r>
            <a:b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</a:b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• table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의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박스를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그리고 파라미터 이름과 파라미터 값을 추가</a:t>
            </a:r>
            <a:endParaRPr lang="en-US" altLang="ko-KR" dirty="0">
              <a:solidFill>
                <a:srgbClr val="FF0000"/>
              </a:solidFill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홈 돌아가기 버튼 추가</a:t>
            </a:r>
            <a:endParaRPr lang="en-US" altLang="ko-KR" sz="1800" b="0" i="0" u="none" strike="noStrike" dirty="0">
              <a:effectLst/>
              <a:latin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Times New Roman" panose="02020603050405020304" pitchFamily="18" charset="0"/>
              </a:rPr>
              <a:t>4)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'http://localhost:8080/Exercise/ch07/fileupload022.jsp'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9430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65BCF2-A840-416C-863F-8A5E7AA532B5}"/>
              </a:ext>
            </a:extLst>
          </p:cNvPr>
          <p:cNvSpPr txBox="1"/>
          <p:nvPr/>
        </p:nvSpPr>
        <p:spPr>
          <a:xfrm>
            <a:off x="476515" y="85968"/>
            <a:ext cx="11527916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2)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fileupload022.jsp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검색으로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L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ayout </a:t>
            </a:r>
            <a:r>
              <a:rPr lang="en-US" altLang="ko-KR" dirty="0">
                <a:solidFill>
                  <a:srgbClr val="FF0000"/>
                </a:solidFill>
              </a:rPr>
              <a:t>Horizontal form,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Floating labels </a:t>
            </a:r>
            <a:r>
              <a:rPr lang="en-US" altLang="ko-KR" dirty="0" err="1">
                <a:solidFill>
                  <a:srgbClr val="FF0000"/>
                </a:solidFill>
              </a:rPr>
              <a:t>textareas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Input group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system-ui"/>
              </a:rPr>
              <a:t>Custom file input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endParaRPr lang="en-US" altLang="ko-KR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nsolas" panose="020B0609020204030204" pitchFamily="49" charset="0"/>
              </a:rPr>
              <a:t>h4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800" dirty="0">
                <a:solidFill>
                  <a:srgbClr val="3F7F7F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파일 업로드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800" i="1" dirty="0">
                <a:solidFill>
                  <a:srgbClr val="3F7F7F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800" i="1" dirty="0">
                <a:solidFill>
                  <a:srgbClr val="3F7F7F"/>
                </a:solidFill>
                <a:latin typeface="Consolas" panose="020B0609020204030204" pitchFamily="49" charset="0"/>
              </a:rPr>
              <a:t>h4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를 작성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input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file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유형을 이용하여 파일 항목을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• input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태그 내에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이름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주소 항목 추가</a:t>
            </a:r>
            <a:br>
              <a:rPr lang="en-US" altLang="ko-KR" dirty="0">
                <a:solidFill>
                  <a:srgbClr val="FF0000"/>
                </a:solidFill>
                <a:latin typeface="+mj-lt"/>
              </a:rPr>
            </a:b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• </a:t>
            </a:r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textarea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태그 내에 설명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항목 추가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태그의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action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fileupload022_process.jsp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enctype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</a:t>
            </a:r>
            <a:r>
              <a:rPr lang="ko-KR" altLang="en-US" dirty="0"/>
              <a:t>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multipart/form-data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E04A76F-63CF-4E81-94D5-FEBB5B212F01}"/>
              </a:ext>
            </a:extLst>
          </p:cNvPr>
          <p:cNvGrpSpPr/>
          <p:nvPr/>
        </p:nvGrpSpPr>
        <p:grpSpPr>
          <a:xfrm>
            <a:off x="476514" y="3635794"/>
            <a:ext cx="671400" cy="750600"/>
            <a:chOff x="476514" y="3635794"/>
            <a:chExt cx="671400" cy="75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653F1B2-F9D7-4700-B580-AAFFFD9BCE87}"/>
                    </a:ext>
                  </a:extLst>
                </p14:cNvPr>
                <p14:cNvContentPartPr/>
                <p14:nvPr/>
              </p14:nvContentPartPr>
              <p14:xfrm>
                <a:off x="476514" y="3635794"/>
                <a:ext cx="176760" cy="3808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653F1B2-F9D7-4700-B580-AAFFFD9BCE8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7514" y="3626794"/>
                  <a:ext cx="1944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DFA5664-40DF-41D5-91B1-3897C465A977}"/>
                    </a:ext>
                  </a:extLst>
                </p14:cNvPr>
                <p14:cNvContentPartPr/>
                <p14:nvPr/>
              </p14:nvContentPartPr>
              <p14:xfrm>
                <a:off x="655074" y="3849274"/>
                <a:ext cx="106920" cy="874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DFA5664-40DF-41D5-91B1-3897C465A97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6074" y="3840634"/>
                  <a:ext cx="124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ED71484-8D50-4935-BBB5-D7BD233B1348}"/>
                    </a:ext>
                  </a:extLst>
                </p14:cNvPr>
                <p14:cNvContentPartPr/>
                <p14:nvPr/>
              </p14:nvContentPartPr>
              <p14:xfrm>
                <a:off x="538434" y="4009834"/>
                <a:ext cx="235080" cy="1879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ED71484-8D50-4935-BBB5-D7BD233B134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9434" y="4000834"/>
                  <a:ext cx="252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398D10AD-7470-4354-ADF8-75254D7D8D8F}"/>
                    </a:ext>
                  </a:extLst>
                </p14:cNvPr>
                <p14:cNvContentPartPr/>
                <p14:nvPr/>
              </p14:nvContentPartPr>
              <p14:xfrm>
                <a:off x="886194" y="3904354"/>
                <a:ext cx="130680" cy="2080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98D10AD-7470-4354-ADF8-75254D7D8D8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7194" y="3895354"/>
                  <a:ext cx="148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691B070C-2B55-4CAB-8D1F-14530B9BB9A8}"/>
                    </a:ext>
                  </a:extLst>
                </p14:cNvPr>
                <p14:cNvContentPartPr/>
                <p14:nvPr/>
              </p14:nvContentPartPr>
              <p14:xfrm>
                <a:off x="1061154" y="3735514"/>
                <a:ext cx="86760" cy="6508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691B070C-2B55-4CAB-8D1F-14530B9BB9A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52514" y="3726874"/>
                  <a:ext cx="104400" cy="6685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048A8306-1E22-73F9-A5DA-C8C08B82F9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9741" y="2522532"/>
            <a:ext cx="8362163" cy="40072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51AF25C9-2873-D9D9-9385-FF2D8FED5DDC}"/>
                  </a:ext>
                </a:extLst>
              </p14:cNvPr>
              <p14:cNvContentPartPr/>
              <p14:nvPr/>
            </p14:nvContentPartPr>
            <p14:xfrm>
              <a:off x="1440040" y="3908936"/>
              <a:ext cx="486360" cy="132120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51AF25C9-2873-D9D9-9385-FF2D8FED5DD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31040" y="3900296"/>
                <a:ext cx="504000" cy="133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9132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BADB556-52BB-43CF-B1ED-11153F94B962}"/>
              </a:ext>
            </a:extLst>
          </p:cNvPr>
          <p:cNvGrpSpPr/>
          <p:nvPr/>
        </p:nvGrpSpPr>
        <p:grpSpPr>
          <a:xfrm>
            <a:off x="513594" y="2763514"/>
            <a:ext cx="713160" cy="839880"/>
            <a:chOff x="513594" y="2763514"/>
            <a:chExt cx="713160" cy="83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EAE8617-F57D-4215-B6CD-4AD11A831B02}"/>
                    </a:ext>
                  </a:extLst>
                </p14:cNvPr>
                <p14:cNvContentPartPr/>
                <p14:nvPr/>
              </p14:nvContentPartPr>
              <p14:xfrm>
                <a:off x="513594" y="2901034"/>
                <a:ext cx="114480" cy="23976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EAE8617-F57D-4215-B6CD-4AD11A831B0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4954" y="2892034"/>
                  <a:ext cx="132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17597868-264C-45E1-87B4-0BEBC6C8B60B}"/>
                    </a:ext>
                  </a:extLst>
                </p14:cNvPr>
                <p14:cNvContentPartPr/>
                <p14:nvPr/>
              </p14:nvContentPartPr>
              <p14:xfrm>
                <a:off x="686394" y="2763514"/>
                <a:ext cx="34560" cy="4914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7597868-264C-45E1-87B4-0BEBC6C8B60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7754" y="2754514"/>
                  <a:ext cx="5220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3DFA7CE-71D8-4328-BDC0-922FE86217CD}"/>
                    </a:ext>
                  </a:extLst>
                </p14:cNvPr>
                <p14:cNvContentPartPr/>
                <p14:nvPr/>
              </p14:nvContentPartPr>
              <p14:xfrm>
                <a:off x="581994" y="3226114"/>
                <a:ext cx="228240" cy="2350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3DFA7CE-71D8-4328-BDC0-922FE86217C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3354" y="3217114"/>
                  <a:ext cx="2458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D33797A-B739-43CC-B235-B95636C511C9}"/>
                    </a:ext>
                  </a:extLst>
                </p14:cNvPr>
                <p14:cNvContentPartPr/>
                <p14:nvPr/>
              </p14:nvContentPartPr>
              <p14:xfrm>
                <a:off x="907074" y="2896354"/>
                <a:ext cx="143280" cy="2710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D33797A-B739-43CC-B235-B95636C511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8434" y="2887354"/>
                  <a:ext cx="1609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84CD7A91-8697-4990-83F4-82795612A27C}"/>
                    </a:ext>
                  </a:extLst>
                </p14:cNvPr>
                <p14:cNvContentPartPr/>
                <p14:nvPr/>
              </p14:nvContentPartPr>
              <p14:xfrm>
                <a:off x="1018314" y="2899594"/>
                <a:ext cx="208440" cy="7038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84CD7A91-8697-4990-83F4-82795612A27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9674" y="2890594"/>
                  <a:ext cx="226080" cy="721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F44F63F0-FC91-ABC0-1D50-BB734F3864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52562" y="1247775"/>
            <a:ext cx="928687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80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8D623-004F-41C0-92BF-8C1C1521492C}"/>
              </a:ext>
            </a:extLst>
          </p:cNvPr>
          <p:cNvSpPr txBox="1"/>
          <p:nvPr/>
        </p:nvSpPr>
        <p:spPr>
          <a:xfrm>
            <a:off x="312614" y="547687"/>
            <a:ext cx="2836986" cy="5334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3) fileupload022_process.jsp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Commons-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FileUpload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패키지를 사용하여 요청 파라미터 이름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저장 파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일 이름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일 콘텐츠 유형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파일 크기를 출력합니다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검색으로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Tables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Bordered table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endParaRPr lang="en-US" altLang="ko-KR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nsolas" panose="020B0609020204030204" pitchFamily="49" charset="0"/>
              </a:rPr>
              <a:t>h4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800" dirty="0">
                <a:solidFill>
                  <a:srgbClr val="3F7F7F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파일 업로드 결과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800" i="1" dirty="0">
                <a:solidFill>
                  <a:srgbClr val="3F7F7F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800" i="1" dirty="0">
                <a:solidFill>
                  <a:srgbClr val="3F7F7F"/>
                </a:solidFill>
                <a:latin typeface="Consolas" panose="020B0609020204030204" pitchFamily="49" charset="0"/>
              </a:rPr>
              <a:t>h4</a:t>
            </a:r>
            <a:r>
              <a:rPr lang="en-US" altLang="ko-KR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800" i="1" dirty="0">
                <a:solidFill>
                  <a:srgbClr val="008080"/>
                </a:solidFill>
                <a:latin typeface="Consolas" panose="020B0609020204030204" pitchFamily="49" charset="0"/>
              </a:rPr>
              <a:t>를 작성</a:t>
            </a:r>
            <a:b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</a:b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• table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의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박스를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그리고 파라미터 이름과 파라미터 값을 추가</a:t>
            </a:r>
            <a:endParaRPr lang="en-US" altLang="ko-KR" dirty="0">
              <a:solidFill>
                <a:srgbClr val="FF0000"/>
              </a:solidFill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홈 돌아가기 버튼 추가</a:t>
            </a:r>
            <a:endParaRPr lang="en-US" altLang="ko-KR" sz="1800" b="0" i="0" u="none" strike="noStrike" dirty="0">
              <a:effectLst/>
              <a:latin typeface="Times New Roman" panose="02020603050405020304" pitchFamily="18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55250CE-E65E-4851-9E9C-DE9C653CA6E8}"/>
              </a:ext>
            </a:extLst>
          </p:cNvPr>
          <p:cNvGrpSpPr/>
          <p:nvPr/>
        </p:nvGrpSpPr>
        <p:grpSpPr>
          <a:xfrm>
            <a:off x="3513474" y="2106514"/>
            <a:ext cx="431280" cy="1093320"/>
            <a:chOff x="3513474" y="2106514"/>
            <a:chExt cx="431280" cy="10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10E5DE89-1D8F-4BAB-BB9C-E9AE7682BEFB}"/>
                    </a:ext>
                  </a:extLst>
                </p14:cNvPr>
                <p14:cNvContentPartPr/>
                <p14:nvPr/>
              </p14:nvContentPartPr>
              <p14:xfrm>
                <a:off x="3538674" y="2106514"/>
                <a:ext cx="200160" cy="6102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10E5DE89-1D8F-4BAB-BB9C-E9AE7682BE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29674" y="2097874"/>
                  <a:ext cx="21780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39D198F-8285-4EC3-BE8A-D3031CC8597A}"/>
                    </a:ext>
                  </a:extLst>
                </p14:cNvPr>
                <p14:cNvContentPartPr/>
                <p14:nvPr/>
              </p14:nvContentPartPr>
              <p14:xfrm>
                <a:off x="3513474" y="2863594"/>
                <a:ext cx="147240" cy="2210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39D198F-8285-4EC3-BE8A-D3031CC8597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04474" y="2854954"/>
                  <a:ext cx="164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5A7A57C-7CD8-4F94-8073-FB30AA039F88}"/>
                    </a:ext>
                  </a:extLst>
                </p14:cNvPr>
                <p14:cNvContentPartPr/>
                <p14:nvPr/>
              </p14:nvContentPartPr>
              <p14:xfrm>
                <a:off x="3676194" y="2797354"/>
                <a:ext cx="268560" cy="4024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5A7A57C-7CD8-4F94-8073-FB30AA039F8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67194" y="2788354"/>
                  <a:ext cx="286200" cy="4201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0E592403-C3C9-14AD-5307-961138D080C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60234" y="757791"/>
            <a:ext cx="8021632" cy="46259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18BDA825-DFA3-3F4D-F74E-9F362E611A04}"/>
                  </a:ext>
                </a:extLst>
              </p14:cNvPr>
              <p14:cNvContentPartPr/>
              <p14:nvPr/>
            </p14:nvContentPartPr>
            <p14:xfrm>
              <a:off x="7212137" y="1790904"/>
              <a:ext cx="1528920" cy="291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18BDA825-DFA3-3F4D-F74E-9F362E611A0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03137" y="1782264"/>
                <a:ext cx="15465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0D784D2E-5DC9-707F-0926-C12AA6015045}"/>
                  </a:ext>
                </a:extLst>
              </p14:cNvPr>
              <p14:cNvContentPartPr/>
              <p14:nvPr/>
            </p14:nvContentPartPr>
            <p14:xfrm>
              <a:off x="3944777" y="2117064"/>
              <a:ext cx="202680" cy="107784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0D784D2E-5DC9-707F-0926-C12AA601504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36137" y="2108424"/>
                <a:ext cx="220320" cy="109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3033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547</Words>
  <Application>Microsoft Office PowerPoint</Application>
  <PresentationFormat>와이드스크린</PresentationFormat>
  <Paragraphs>27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-apple-system</vt:lpstr>
      <vt:lpstr>system-ui</vt:lpstr>
      <vt:lpstr>맑은 고딕</vt:lpstr>
      <vt:lpstr>Arial</vt:lpstr>
      <vt:lpstr>Consolas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22</cp:revision>
  <dcterms:created xsi:type="dcterms:W3CDTF">2021-05-07T05:06:00Z</dcterms:created>
  <dcterms:modified xsi:type="dcterms:W3CDTF">2025-05-13T06:04:08Z</dcterms:modified>
</cp:coreProperties>
</file>