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21" r:id="rId3"/>
    <p:sldId id="258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25:04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8424,'10'12'3920,"-13"-23"-361,2 8-3474,39-21-159,-35 22 506,39-12 1874,-34 12-2230,0 1 0,1 0 1,-1 0-1,0 1 0,1 0 0,-1 0 0,0 1 0,1 0 0,-1 1 0,0 0 0,8 3 0,31 7 351,0-3 0,1-1-1,0-2 1,82-1 0,1 1 322,75 4 212,413 9 454,-528-19-1170,-14 4-71,136 25 0,-37-3-4,401 4 129,-154-36 37,-356 2-466,-52 2-571,1 1 0,0 0 0,0 1 0,16 2 0,-28-1 136,-1-1 0,0 0 0,0 0 1,0 0-1,0 0 0,0-1 0,0 1 1,0-1-1,0 0 0,0 0 0,0 0 1,0 0-1,0-1 0,0 1 0,-1-1 1,1 0-1,3-2 0,33-36-7414,-15 15 3537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25:07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45 112 11499,'-19'-12'3523,"16"10"-1088,1-21-1645,-8 11-844,8 9 182,-2-7 32,-1-2 2110,6 11-2201,0 1 0,0 0 1,0-1-1,0 1 0,0 0 0,0 0 0,0 0 0,0 0 0,0 0 0,0 0 1,0 0-1,0 0 0,-1 0 0,1 0 0,0 1 0,0-1 0,0 0 0,0 1 1,0-1-1,0 0 0,0 1 0,1 0 0,67 19 492,104 14 0,-143-28-322,139 15 761,212 1 0,-157-13-880,59-6 324,-150-5-285,109-4 82,166 5 127,13 14-43,-214-10-139,-38 1-57,189-21-1,394-36 358,-725 52-626,-18 0-258,0 1 0,0 0 0,0 1 0,16 2 0,-14-4-2244,3-4 789,-12 4 1308,0 1 1,0-1 0,1 1 0,-1-1 0,0 0 0,0 1 0,0-1-1,0 0 1,0 0 0,0-1 0,0 1 0,-1 0 0,1-1-1,0 1 1,-1-1 0,1 1 0,-1-1 0,1 0 0,-1 0-1,0 1 1,0-1 0,0 0 0,0 0 0,0 0 0,0 0-1,-1-1 1,1 1 0,0 0 0,-1 0 0,0 0 0,1-3-1,-5-36-3704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26:14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10218,'0'0'5418,"24"-2"6674,-10-1-11866,0 1 1,1 0 0,18 1 0,-16 1-222,260 0 329,317 40 0,-570-37-427,-1-1-471,0 1-1,-1 2 1,1 0-1,25 10 1,-45-14-169,0 0 0,0 0 0,0 0 0,0 0 1,0 0-1,1-1 0,-1 0 0,0 1 0,6-1 0,12 2-4403,-12 0-1446,-2-2 4747,-5-1 370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26:15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26 9321,'0'0'3891,"-3"-4"-442,-9-13-1682,9 13 214,4 5-1891,1 1 1,-1 0 0,0 0 0,0 0-1,1-1 1,-1 1 0,1-1 0,-1 1-1,1-1 1,3 2 0,-4-1-16,1 0 1,0 0-1,0-1 1,0 0-1,1 1 1,-1-1-1,0 0 1,0 0-1,1 0 1,-1 0-1,1 0 1,-1 0-1,1-1 0,-1 0 1,1 1-1,-1-1 1,5 0-1,12 2 345,45 7-74,1-4 0,75-2 0,22 0-1075,148 11-3337,158-17-11673,-346 6 12050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26:27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 11979,'5'6'3550,"17"32"-286,-20-31-3467,0 0-1,-1 0 1,0 0 0,0 0 0,0 15 0,-11 108-736,6-91 1667,1-1 0,3 70 0,1-95-679,1-1 0,0 1 0,1-1 1,1 1-1,0-1 0,0 0 0,1 0 0,1-1 1,0 0-1,1 0 0,0 0 0,13 15 0,23 20 65,23 25 591,-61-64-459,0 0 0,0 0 0,0 1 0,-1 0 0,0 0 0,-1 0 0,0 0 0,3 14 0,-5-18-75,0 0 1,-1-1-1,1 1 1,-1 0-1,0 0 1,0 0-1,-1 0 1,1-1 0,-1 1-1,0 0 1,0 0-1,0-1 1,0 1-1,-1 0 1,1-1-1,-1 1 1,0-1-1,0 0 1,-4 6 0,2-6-350,1 0 1,-1 0-1,1 0 1,-1-1 0,0 1-1,0-1 1,0 0 0,0 0-1,0 0 1,0-1 0,-8 3-1,4-3-753,0 0 0,0-1 1,0 0-1,0 0 0,0-1 0,-1 1 0,1-2 0,0 1 0,-10-5 0,-1 0-1815,0-1 0,-30-15 0,-1-5-2027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26:27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19442,'31'30'4997,"-12"-3"-1442,-1-12-3779,5-10-512,17 12-161,-11-17-64,14 13-32,-13-13 0,10 8 64,-16-8-128,6 7-512,-14-7-609,1-7-1538,8 17-384,-25-28-32,25 18 64,-25-33 2627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26:28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15022,'23'21'4490,"-13"-17"-849,44-3-5328,0-3 0,104-17 0,-227 37-10044,58-14 12292,0 0 0,0 0 0,-17 11 0,27-14-340,0 1-1,-1 0 0,1 0 0,0 0 1,1-1-1,-1 1 0,0 0 0,0 0 1,1 0-1,-1 1 0,1-1 0,0 0 0,0 0 1,0 0-1,0 0 0,0 0 0,0 0 1,1 4-1,-1 8 555,-4 18-243,2 1-1,2 47 1,1-67-308,0 0 1,1 0-1,0 0 0,1-1 1,0 1-1,1-1 0,1 0 1,0 0-1,8 14 0,-12-24-151,0 0 0,1 0 0,-1 1 0,1-1 0,-1 0-1,1-1 1,0 1 0,-1 0 0,1 0 0,0-1 0,0 1 0,0-1 0,1 1 0,-1-1 0,0 0-1,0 0 1,1 0 0,-1 0 0,1-1 0,-1 1 0,1 0 0,-1-1 0,4 0 0,-3 0 4,1-1 0,0 0 0,-1 0 1,1 0-1,-1-1 0,0 1 1,1-1-1,-1 0 0,0 0 1,0 0-1,0 0 0,0 0 1,-1-1-1,4-3 0,6-8 98,0 0-1,-1-1 1,-1-1-1,0 1 0,8-22 1,20-57 62,-30 68-291,2 1 0,0 1 0,2 0 1,28-43-1,-40 66 25,1 0 0,-1 0-1,1 0 1,-1 0 0,1 1 0,-1-1 0,1 0-1,0 0 1,-1 1 0,1-1 0,0 1 0,-1-1 0,1 0-1,0 1 1,0-1 0,0 1 0,0 0 0,0-1 0,-1 1-1,1 0 1,0-1 0,0 1 0,0 0 0,0 0 0,0 0-1,0 0 1,0 0 0,0 0 0,0 0 0,0 0 0,1 1-1,-1 0-33,1 0-1,-1 0 0,1 1 1,-1-1-1,0 1 0,0-1 1,0 1-1,0 0 0,0-1 1,0 1-1,0 0 1,0 0-1,-1-1 0,1 4 1,3 7-321,-2 0 1,0 0-1,1 23 1,-2-20 150,-1 17 152,-1 0 1,-9 62-1,9-93 128,1 0 0,-1 0 0,1 0 0,0 0 0,0 0 0,-1 0-1,1 0 1,0 0 0,0-1 0,0 1 0,0 0 0,0 0 0,0 0 0,0 0 0,0 0 0,1 0 0,-1 0 0,0 0 0,0 0 0,1 0 0,-1 0 0,1 0 0,-1-1 0,1 1-1,-1 0 1,1 0 0,0 0 0,-1-1 0,1 1 0,0 0 0,-1-1 0,1 1 0,0-1 0,0 1 0,0-1 0,-1 1 0,1-1 0,0 1 0,0-1 0,0 0 0,0 1 0,0-1-1,0 0 1,0 0 0,0 0 0,0 0 0,0 0 0,0 0 0,0 0 0,0 0 0,0 0 0,0-1 0,0 1 0,1-1 0,10-1 197,0-1 0,-1-1 0,20-8 0,-13 5 47,0 1-369,83-25 71,-38 16-5081,-73 36-2944,-1 2 5254,-48 32-1729,13-17 3937,11-5 1005,13-14 890,1 2 0,-20 24-1,32-34-76,1 0-1,0 1 0,1-1 0,1 2 0,-1-1 0,2 1 0,-8 26 1,12-35-1115,0 1 0,1-1 0,-1 1 0,1 0 0,0-1 0,0 1 0,1-1 0,-1 1 0,1 0 1,0-1-1,1 1 0,-1-1 0,1 0 0,-1 1 0,1-1 0,0 0 0,1 0 0,-1 0 0,1-1 1,0 1-1,0 0 0,0-1 0,0 0 0,1 0 0,-1 0 0,1 0 0,0 0 0,7 3 0,-4-2-170,-1-1 0,1 0 0,0-1 0,0 0 0,1 0 0,-1 0 0,0-1 0,0 0 0,1 0 0,-1-1 0,10 0 0,-9-1-443,0 1 0,0-2-1,0 1 1,-1-1-1,1 0 1,0-1 0,-1 1-1,1-2 1,-1 1 0,10-7-1,2-5-1119,0-1-1,0-1 0,-2-1 0,0-1 1,-2 0-1,28-42 0,13-11 69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39:14.6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72 7367,'-1'-3'853,"-1"1"0,-1 0 0,1-1 1,0 1-1,0 0 0,-1 0 0,0 1 0,1-1 1,-1 0-1,-3-1 0,4 2-724,1 0 1,-1 0-1,1 0 1,-1 0-1,1 0 1,0 0-1,-1-1 0,1 1 1,0 0-1,0-1 1,0 1-1,0-1 1,0 0-1,0 1 1,1-1-1,-1 0 1,0-2-1,1 4-86,-1-1 0,1 0 0,0 1-1,0-1 1,0 1 0,0-1 0,0 0 0,0 1 0,0-1 0,0 1-1,0-1 1,0 0 0,0 1 0,0-1 0,0 1 0,0-1-1,0 0 1,1 1 0,-1-1 0,0 1 0,0-1 0,1 1 0,-1-1-1,1 1 1,-1-1 0,0 1 0,1-1 0,-1 1 0,1-1 0,-1 1-1,1 0 1,-1-1 0,1 1 0,-1 0 0,1-1 0,-1 1 0,1 0-1,0 0 1,-1-1 0,1 1 0,-1 0 0,1 0 0,0 0-1,-1 0 1,1 0 0,-1 0 0,1 0 0,0 0 0,-1 0 0,1 0-1,0 0 1,-1 1 0,1-1 0,-1 0 0,2 1 0,19 4 108,1 1-1,-1 1 1,0 1 0,-1 1 0,0 1 0,0 0 0,-1 2-1,0 0 1,-1 1 0,-1 1 0,0 1 0,15 17 0,8 11-312,-1 3 0,-3 1 1,45 73-1,-46-60 44,-3 1-1,-2 1 0,-3 2 0,-3 0 1,-3 2-1,-2 1 0,9 69 1,-21-88 214,-2 0 0,-2-1 0,-3 1 1,-1 0-1,-3 0 0,-1 0 0,-3-1 1,-1 0-1,-3 0 0,-35 87 0,-25 6-460,16-53-2802,55-84 2794,0-1 1,-1 0-1,1 1 1,-1-1-1,0 0 1,1 0-1,-1 0 0,0 0 1,0 0-1,-1 0 1,1-1-1,0 1 1,0-1-1,-1 1 1,1-1-1,-1 0 1,1 0-1,-1 0 1,0-1-1,1 1 1,-6 0-1,-3-6-3969,-13-20 272,13-2 1228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39:16.2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2067 0 7239,'0'1'190,"-1"-1"0,1 0 0,-1 1 1,1-1-1,-1 0 0,1 1 0,-1-1 0,1 1 0,0-1 1,-1 1-1,1-1 0,0 1 0,-1-1 0,1 1 1,0-1-1,-1 1 0,1 0 0,0-1 0,0 1 0,0-1 1,0 1-1,0 0 0,-1-1 0,1 1 0,0 0 1,0-1-1,1 1 0,-1 0 0,0 1-45,0-1-1,0 0 1,0 1 0,0-1 0,-1 1-1,1-1 1,0 0 0,-1 1-1,1-1 1,-1 0 0,1 1-1,-1-1 1,1 0 0,-1 0-1,0 1 1,0-1 0,-1 2 0,0-1 31,0 0 1,1 0 0,-1 0 0,0 0 0,0 0 0,-1 0 0,1-1 0,0 1-1,0-1 1,-1 0 0,1 1 0,-1-1 0,1 0 0,-6 1 0,2 0 309,0 0 0,0 0 0,0 1 0,0 0 0,0 0 0,1 0 0,-9 8 0,9-8-365,-25 16 242,0 2 0,1 2 0,1 0 0,2 2 1,0 0-1,2 2 0,-30 41 0,-126 224-786,158-251 562,-20 41-168,3 1-1,4 3 1,4 0 0,-20 94-1,12-4-64,-17 195-1,44-234-60,11 240 0,53 136 64,-19-230 96,-6 486-1,-37-553 294,-9-1 0,-90 400-1,51-392-51,-11-2 0,-9-3-1,-125 246 1,157-375-261,-4-3 1,-3-1-1,-4-3 1,-4-2-1,-3-4 1,-145 135-1,198-202-594,0 0-1,0-1 0,-1 0 0,0-1 0,0 0 0,-25 9 1,-1-7-5496,-1-6-5260,27-6 8061,-16-10 2658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39:16.9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162 1 13837,'0'0'7944,"-1"0"-7927,1 0 0,-1 0 0,1 0 0,-1-1 0,0 1 0,1 0 0,-1 0 0,0 0 0,1 0 0,-1 0 0,0 0 0,1 0 0,-1 1 0,1-1 0,-1 0 0,0 0 0,1 0 0,-1 1 0,1-1 0,-1 0 0,1 1 1,-1-1-1,0 0 0,1 1 0,-1 0 0,0 25-54,-1-1 0,-2 1 1,0-1-1,-2 0 0,-10 31 1,-55 119 2168,36-94-1562,34-80-569,0 1 0,0 0 0,1-1 0,-1 1 0,0 0 0,1 0 0,-1 0 0,1 0 1,0-1-1,-1 1 0,1 0 0,0 0 0,0 0 0,0 0 0,0 0 0,1 0 0,-1 0 0,1-1 0,-1 1 0,1 0 0,-1 0 0,1 0 0,0-1 0,0 1 0,0 0 1,0-1-1,0 1 0,0-1 0,0 1 0,1-1 0,2 3 0,2 0 25,1-1 0,0 0 0,0 0 1,0 0-1,0-1 0,14 3 0,-20-5-19,38 7 268,0-2 1,1-2-1,47-2 0,-42-1-21,1 2 0,46 8 0,-83-8-340,1 0 0,-1 1-1,0 1 1,0 0-1,15 8 1,3 5-2494,-6-5-1993,-1-13-7592,-16 0 10632,0-14-2370,-4 11 2382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39:23.0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352 29 10058,'-5'-5'1923,"-20"-14"4697,24 19-6587,1-1 0,-1 0 0,0 1 0,0-1 0,0 1 0,0 0 0,0-1 0,-1 1 0,1 0 0,0 0 0,0 0 0,0-1 0,0 1 0,0 0 0,0 0 0,0 1 0,0-1 0,-1 0 0,1 0 0,0 0 0,0 1 0,0-1 0,0 0 0,-1 2 0,-12 9 84,1 0-1,1 2 0,0-1 0,0 2 1,1-1-1,1 2 0,1-1 0,-16 32 0,-50 137-115,52-120 74,3 0 1,3 2 0,3 0-1,3 1 1,3 1 0,-1 103 0,11-136-22,1 0 0,2-1 0,1 0 1,1 0-1,2 0 0,16 40 1,-14-50-38,1 0 0,0 0 1,2-1-1,0 0 0,2-1 1,0-1-1,1-1 1,1 0-1,21 16 0,-2-7-1210,76 44 0,-112-71 876,0 0 1,1 0-1,-1-1 1,1 1-1,-1 0 0,0-1 1,1 1-1,-1-1 0,1 0 1,-1 1-1,1-1 0,-1 0 1,1 0-1,0 0 1,-1 0-1,1 0 0,-1 0 1,3-1-1,-3 1 114,-1-1 0,1 1-1,-1 0 1,1 0 0,-1-1 0,0 1-1,1 0 1,-1-1 0,1 1 0,-1 0 0,0-1-1,1 1 1,-1-1 0,0 1 0,1-1-1,-1 1 1,0-1 0,0 1 0,1-1 0,-1 1-1,0-1 1,0 1 0,0-1 0,0 1-1,0-1 1,0 1 0,1-1 0,-2 1 0,1-2-1,0-7-3522,0-21 395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39:25.4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2939 1268 6150,'0'1'78,"0"-1"1,1 0 0,-1 0 0,0 0-1,0 0 1,1 1 0,-1-1-1,0 0 1,0 0 0,0 0-1,1 1 1,-1-1 0,0 0-1,0 0 1,0 1 0,0-1-1,0 0 1,0 0 0,1 1-1,-1-1 1,0 0 0,0 1-1,0-1 1,0 0 0,0 0-1,0 1 1,0-1 0,0 0-1,0 1 1,0-1 0,0 0-1,0 0 1,0 1 0,-1-1-1,1 0 1,0 0 0,0 1-1,0-1 1,0 0 0,0 0-1,-1 1 1,-12-3 5091,-5-2-2903,14 4-1210,-28-27 3486,-31-31-1537,-183-161 1138,178 165-3945,-136-84 0,-264-91-4,235 123 5,158 76-185,-1 3 0,-158-34 0,-15-4 122,-270-60-365,188 53 109,311 67-303,0 1 0,-1 1 0,-23-1 1,41 4-247,13-36-24203,7 26 21828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39:26.0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458 0 11275,'-2'3'441,"0"0"1,-1-1 0,1 1 0,0-1 0,-1 0-1,0 0 1,1 0 0,-1 0 0,0 0-1,0 0 1,0-1 0,0 0 0,0 1 0,-1-1-1,-5 1 1,-36 18-5,16 1-571,2 1 626,-1-1 0,-1-2 0,-1-1 0,0-1 0,-1-2 0,-62 21 0,90-35-458,-1 0-1,0 0 1,0 0-1,1 0 0,-1 1 1,0-1-1,1 1 1,0 0-1,-1 0 1,1 1-1,0-1 1,0 1-1,0-1 1,0 1-1,1 0 0,-5 6 1,6-6-55,0-1 0,0 1 0,0-1 0,1 1 0,-1 0 0,1 0 0,0-1 0,0 1 0,0 0 0,0 0-1,0 0 1,1-1 0,-1 1 0,1 0 0,0-1 0,0 1 0,-1 0 0,2-1 0,-1 1 0,0-1 0,1 0 0,-1 1 0,1-1 0,2 3 0,19 22-651,1-1 0,2-1 0,0-1 0,1-1 0,37 22 0,-62-44 572,12 8-1313,2-1 0,-1 0 1,1-1-1,0-1 0,1-1 0,-1 0 1,1-1-1,0-1 0,28 2 0,33-5-2060,-71-1 3416,0-1 0,-1 1 0,1-1 0,-1-1-1,1 1 1,5-4 0,-12 6 57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39:33.0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27 4260,'-13'-5'6094,"-28"-3"-2902,31 8 3153,12-5-6160,-1-3-169,17 7 12,322 56 832,-281-45-819,0 3 0,110 41 0,106 64-129,-92-37 26,-25-6-36,195 125-1,-204-110 128,216 96 0,-181-119-58,-155-59 125,1-1-1,-1-1 1,1-2-1,45 0 1,-20-4-523,-23 0-2766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2:39:34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434 1 7079,'2'11'3115,"-13"-15"-984,9 3-1857,-4 2 633,-1 8-585,0 0 0,-1 0 1,0-1-1,-1 0 0,0-1 0,0 0 0,-1-1 1,0 1-1,0-2 0,0 0 0,-1 0 0,1 0 0,-1-2 1,0 1-1,-23 3 0,-14 6 539,44-12-816,-60 22 545,-41 39 3,104-61-607,-1 0 0,1 0 0,-1 0 0,1 0 0,-1 0 0,1 0 0,0 1 0,0-1 0,0 0 0,0 1 0,0-1 0,0 1 0,0-1 0,0 1 0,0-1 0,1 1 0,-1 0 0,1-1 0,-1 1 0,1 0 0,-1 0 0,1-1 0,0 1 0,0 0 0,0 0 0,0-1 0,0 1 0,1 0 0,-1 0 0,0-1 0,1 3 0,8 26-33,1-1 1,2 0-1,1-1 0,0 0 1,3-1-1,0 0 0,1-2 1,2 0-1,26 28 0,-25-32-1771,1 0 0,48 34 1,-65-52 1187,0 0 0,0 0 1,1 0-1,-1 0 0,1-1 1,0 0-1,0 0 1,0 0-1,0-1 0,0 1 1,0-1-1,0 0 0,1-1 1,-1 1-1,0-1 0,1 0 1,7-1-1,23 4-2418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8F17F-C327-4D79-8405-922D8FEA7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3BEB6D-E7A0-41F4-9C9A-F76E9F7A7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2CF31-02DE-4D9A-A409-6218D6E2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C67CF6-310F-48CC-91C9-9DE309BB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9F2225-BBE3-400B-A314-529E7E45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832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15348-A678-4CA6-A3E3-9DCB0C61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812C71-99CC-4007-B1DB-82E68BAF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DB5068-FE99-45DE-BAC5-3E5377E0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A77061-0B09-4CED-A877-626B6389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1458A-CA20-4201-9E79-043F377C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57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BCC3B-92C6-488B-ADA2-EAEB4F72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FBE374-56D8-425E-91D5-874D7429C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512FEB-F70D-49F1-AF27-34C44BFA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4AD155-A117-4F4F-BD3E-C4C7AB56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4F2F86-66BA-495E-B5D0-FDEDA242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05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0BB04-381A-4BD9-B8A0-6A9746BB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8CF43A-D09B-4A76-B12C-F62CCA98D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764BC6-2E0F-4B2A-8F09-7F8296657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96AC8A-E5D3-4BE2-81CB-A87AB943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4B2F83-A2D4-4C6C-AF1C-C43ACE57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5C23EB-105C-484B-B5A7-F30446F3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52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933AF-20ED-40FB-B527-C2A369489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D8FEBD-E3B7-4E82-B158-6701A51C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B7973B-F03F-4DBB-932E-5EC304FE5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ECDFFF-42C3-4B9A-A1AC-A59794CEB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91A529-AEF5-4BB3-8083-3807FE7ED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299630-963B-4313-B096-9D8BBD09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DA8FEC-E1A7-486C-9A89-06B701AF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9B89B8-FA8C-466B-AB9E-20CDD66A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03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65183-77ED-4DCA-B072-01DAC649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5CD1FF-C3D7-473B-A762-E95BC3A1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BEEFE2-265B-4649-BE63-425B1D18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706363-C40C-4AAD-8550-C54F08FA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61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A7BDD0-1C54-4210-8065-6B79A4DAB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29B7A9-7E95-4B6B-9F1A-B92E7C09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6A6C0C-1932-42F9-82FA-1BDAD2B1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2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FDF80-5B59-4D15-BE72-AA8AC1893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01BA95-790A-4A20-BC3D-699944277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95FA1D-B667-4164-8720-69C093FDC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7C580D-1FAC-4066-8DBE-2714C74F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357691-3BC6-4CFE-ACC0-AEF7306C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F97806-7AD9-4AC4-9456-B5FB61BD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19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78099-6B91-455C-8B53-14A52F9B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5417A9-13A9-44DB-9A62-F5FB73BE7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A5B45-D993-4626-A1D1-C9BAECF08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B606A9-6487-47E8-9225-C5D28BD4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EBFEFA-AA50-4137-9CE9-A6AD05B6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66F86-0B3C-4AE6-A508-682CDA56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676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D0E20-EE71-4500-8B86-4A16DDCB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EFAB42-DEE9-40B1-B208-B5F3F0638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1D98FD-B4C1-4AA6-9DCF-4F8CE8AF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BF911-1A73-4C84-B39D-543C93CE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86BA3A-8DBB-4BEE-976D-DCA76227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64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8974D9-A2BB-443D-AF74-D94AAFE57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0D6AAF-41FF-4A28-A6A2-2A498A0E8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E9C98-E2BA-4739-9AB8-29432AB1D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85E71-401C-485F-8DDA-86AB400B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054F8E-BC4B-4E05-AE78-D651B90B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4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A845C8-BFFB-419E-975B-31169EEE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2845E0-0866-4652-BD40-50F130113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EEAAA8-5F1A-4B7B-885E-CDCD9C349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20BDF-6E7B-4983-8996-00A41FAC92E8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28644B-F3BB-4641-A69D-17155DF30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13388-5396-488E-BF07-FF6E02456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A75C5-9E73-49B8-92C2-D5A69A5AD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77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ustomXml" Target="../ink/ink13.xml"/><Relationship Id="rId18" Type="http://schemas.openxmlformats.org/officeDocument/2006/relationships/image" Target="../media/image100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70.png"/><Relationship Id="rId17" Type="http://schemas.openxmlformats.org/officeDocument/2006/relationships/customXml" Target="../ink/ink15.xml"/><Relationship Id="rId2" Type="http://schemas.openxmlformats.org/officeDocument/2006/relationships/image" Target="../media/image4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60.png"/><Relationship Id="rId4" Type="http://schemas.openxmlformats.org/officeDocument/2006/relationships/image" Target="../media/image30.png"/><Relationship Id="rId9" Type="http://schemas.openxmlformats.org/officeDocument/2006/relationships/customXml" Target="../ink/ink11.xml"/><Relationship Id="rId1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180932-278E-4067-9381-4832ED419D49}"/>
              </a:ext>
            </a:extLst>
          </p:cNvPr>
          <p:cNvSpPr txBox="1"/>
          <p:nvPr/>
        </p:nvSpPr>
        <p:spPr>
          <a:xfrm>
            <a:off x="989901" y="400446"/>
            <a:ext cx="10721130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8. forward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액션 태그를 이용하여 다음 조건에 맞게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애플리케이션을 만들고 실행 결과를</a:t>
            </a:r>
            <a:r>
              <a:rPr lang="ko-KR" altLang="en-US" dirty="0"/>
              <a:t>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forward.jsp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 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• &lt;h4&gt;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구구단 출력하기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’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 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• forward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액션 태그로 구구단을 출력하는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forward_data.jsp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파일로 이동하도록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• param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액션 태그로 숫자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5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출력하는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forward_data.jsp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파일에 전달하도록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forward_data.jsp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 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전달받은 숫자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5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의 구구단을 출력하도록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'http://localhost:8080/Exercise/ch04/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forward.jsp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89B11A13-53B4-4BB6-B057-15D262B28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637" y="824474"/>
            <a:ext cx="40862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4457D9-05E0-40F2-9AC9-134286F2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4" y="295525"/>
            <a:ext cx="5408995" cy="2933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AB716F1-3AAC-4A93-BA57-65A9DA669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174" y="3428999"/>
            <a:ext cx="6284332" cy="3019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572AF166-1C44-4773-B940-D1EDD0FAC5D1}"/>
                  </a:ext>
                </a:extLst>
              </p14:cNvPr>
              <p14:cNvContentPartPr/>
              <p14:nvPr/>
            </p14:nvContentPartPr>
            <p14:xfrm>
              <a:off x="2072295" y="602970"/>
              <a:ext cx="1192680" cy="637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572AF166-1C44-4773-B940-D1EDD0FAC5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3655" y="594330"/>
                <a:ext cx="12103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13CE8C3-651B-4B7C-A9EF-1E985BFEED51}"/>
                  </a:ext>
                </a:extLst>
              </p14:cNvPr>
              <p14:cNvContentPartPr/>
              <p14:nvPr/>
            </p14:nvContentPartPr>
            <p14:xfrm>
              <a:off x="3509775" y="3632010"/>
              <a:ext cx="1512360" cy="597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13CE8C3-651B-4B7C-A9EF-1E985BFEED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00775" y="3623370"/>
                <a:ext cx="153000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7ABD1C67-E1C1-4247-B3CE-2F50DEB79F1A}"/>
              </a:ext>
            </a:extLst>
          </p:cNvPr>
          <p:cNvGrpSpPr/>
          <p:nvPr/>
        </p:nvGrpSpPr>
        <p:grpSpPr>
          <a:xfrm>
            <a:off x="4983975" y="2574690"/>
            <a:ext cx="1578240" cy="92160"/>
            <a:chOff x="4983975" y="2574690"/>
            <a:chExt cx="1578240" cy="9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EC48079-E6F2-400B-ADD5-399375068B3A}"/>
                    </a:ext>
                  </a:extLst>
                </p14:cNvPr>
                <p14:cNvContentPartPr/>
                <p14:nvPr/>
              </p14:nvContentPartPr>
              <p14:xfrm>
                <a:off x="6119775" y="2635890"/>
                <a:ext cx="442440" cy="309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EC48079-E6F2-400B-ADD5-399375068B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11135" y="2627250"/>
                  <a:ext cx="460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CCB2A98-B944-4B41-A0E6-06FDF7EF77F1}"/>
                    </a:ext>
                  </a:extLst>
                </p14:cNvPr>
                <p14:cNvContentPartPr/>
                <p14:nvPr/>
              </p14:nvContentPartPr>
              <p14:xfrm>
                <a:off x="4983975" y="2574690"/>
                <a:ext cx="509040" cy="266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CCB2A98-B944-4B41-A0E6-06FDF7EF77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74975" y="2566050"/>
                  <a:ext cx="52668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E828DC1-CDCA-48C6-B9A8-034CDB0DB746}"/>
              </a:ext>
            </a:extLst>
          </p:cNvPr>
          <p:cNvGrpSpPr/>
          <p:nvPr/>
        </p:nvGrpSpPr>
        <p:grpSpPr>
          <a:xfrm>
            <a:off x="8660817" y="5378653"/>
            <a:ext cx="601200" cy="334080"/>
            <a:chOff x="8660817" y="5378653"/>
            <a:chExt cx="60120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1D272F4-09BE-4C8A-8203-3E8480CAA012}"/>
                    </a:ext>
                  </a:extLst>
                </p14:cNvPr>
                <p14:cNvContentPartPr/>
                <p14:nvPr/>
              </p14:nvContentPartPr>
              <p14:xfrm>
                <a:off x="8660817" y="5378653"/>
                <a:ext cx="109440" cy="3232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1D272F4-09BE-4C8A-8203-3E8480CAA01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51817" y="5370013"/>
                  <a:ext cx="1270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B4DFD9B-E9C9-4049-AB5A-DAFEE68019D1}"/>
                    </a:ext>
                  </a:extLst>
                </p14:cNvPr>
                <p14:cNvContentPartPr/>
                <p14:nvPr/>
              </p14:nvContentPartPr>
              <p14:xfrm>
                <a:off x="8703297" y="5459293"/>
                <a:ext cx="148320" cy="453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B4DFD9B-E9C9-4049-AB5A-DAFEE68019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94657" y="5450293"/>
                  <a:ext cx="165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17D6BA9-0246-4742-9517-3CA9F70C4005}"/>
                    </a:ext>
                  </a:extLst>
                </p14:cNvPr>
                <p14:cNvContentPartPr/>
                <p14:nvPr/>
              </p14:nvContentPartPr>
              <p14:xfrm>
                <a:off x="8914257" y="5443093"/>
                <a:ext cx="347760" cy="2696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17D6BA9-0246-4742-9517-3CA9F70C40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05257" y="5434093"/>
                  <a:ext cx="365400" cy="287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180932-278E-4067-9381-4832ED419D49}"/>
              </a:ext>
            </a:extLst>
          </p:cNvPr>
          <p:cNvSpPr txBox="1"/>
          <p:nvPr/>
        </p:nvSpPr>
        <p:spPr>
          <a:xfrm>
            <a:off x="931178" y="199767"/>
            <a:ext cx="10721130" cy="39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8. forward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액션 태그를 이용하여 다음 조건에 맞게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애플리케이션을 만들고 실행 결과를</a:t>
            </a:r>
            <a:r>
              <a:rPr lang="ko-KR" altLang="en-US" dirty="0"/>
              <a:t>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forward2.jsp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 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• &lt;h4&gt;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구구단 출력하기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’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 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• forward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액션 태그로 구구단을 출력하는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forward_data2.jsp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파일로 이동하도록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 • param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액션 태그로 숫자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5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와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을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 출력하는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forward_data2.jsp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파일에 전달하도록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forward_data2.jsp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 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전달받은 숫자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5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와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의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 구구단을 출력하도록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검색으로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Typography Inline text elements </a:t>
            </a:r>
            <a:r>
              <a:rPr lang="ko-KR" altLang="en-US" dirty="0">
                <a:solidFill>
                  <a:srgbClr val="FF0000"/>
                </a:solidFill>
              </a:rPr>
              <a:t>을 이용하여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단 굵은 문자와 밑줄로 출력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 •  5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단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  <a:r>
              <a:rPr lang="en-US" altLang="ko-KR" dirty="0">
                <a:solidFill>
                  <a:srgbClr val="FF0000"/>
                </a:solidFill>
              </a:rPr>
              <a:t>6</a:t>
            </a:r>
            <a:r>
              <a:rPr lang="ko-KR" altLang="en-US" dirty="0">
                <a:solidFill>
                  <a:srgbClr val="FF0000"/>
                </a:solidFill>
              </a:rPr>
              <a:t>단 아래쪽에 각각 줄</a:t>
            </a:r>
            <a:r>
              <a:rPr lang="en-US" altLang="ko-KR" dirty="0">
                <a:solidFill>
                  <a:srgbClr val="FF0000"/>
                </a:solidFill>
              </a:rPr>
              <a:t>(---------------------)</a:t>
            </a:r>
            <a:r>
              <a:rPr lang="ko-KR" altLang="en-US" dirty="0">
                <a:solidFill>
                  <a:srgbClr val="FF0000"/>
                </a:solidFill>
              </a:rPr>
              <a:t>을 출력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오늘의 날짜 및 시간도 출력</a:t>
            </a:r>
            <a:endParaRPr lang="en-US" altLang="ko-KR" dirty="0">
              <a:solidFill>
                <a:srgbClr val="FF0000"/>
              </a:solidFill>
            </a:endParaRP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• 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홈 돌아가기 버튼을 추가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'http://localhost:8080/Exercise/ch04/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forward2.jsp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569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7A2BB87-04E5-4BE7-9BD4-8E8D9B06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00037"/>
            <a:ext cx="7258050" cy="6257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2BB842-823E-4F7F-9ADC-B23331AA39BC}"/>
              </a:ext>
            </a:extLst>
          </p:cNvPr>
          <p:cNvSpPr txBox="1"/>
          <p:nvPr/>
        </p:nvSpPr>
        <p:spPr>
          <a:xfrm>
            <a:off x="5119076" y="1467138"/>
            <a:ext cx="6510216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•  5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단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altLang="ko-KR" dirty="0">
                <a:solidFill>
                  <a:srgbClr val="FF0000"/>
                </a:solidFill>
              </a:rPr>
              <a:t>6</a:t>
            </a:r>
            <a:r>
              <a:rPr lang="ko-KR" altLang="en-US" dirty="0">
                <a:solidFill>
                  <a:srgbClr val="FF0000"/>
                </a:solidFill>
              </a:rPr>
              <a:t>단 아래쪽에 각각 줄</a:t>
            </a:r>
            <a:r>
              <a:rPr lang="en-US" altLang="ko-KR" dirty="0">
                <a:solidFill>
                  <a:srgbClr val="FF0000"/>
                </a:solidFill>
              </a:rPr>
              <a:t>(---------------------)</a:t>
            </a:r>
            <a:r>
              <a:rPr lang="ko-KR" altLang="en-US" dirty="0">
                <a:solidFill>
                  <a:srgbClr val="FF0000"/>
                </a:solidFill>
              </a:rPr>
              <a:t>을 출력 </a:t>
            </a:r>
            <a:endParaRPr lang="en-US" altLang="ko-KR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• 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검색으로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Typography Inline text elements  </a:t>
            </a:r>
            <a:r>
              <a:rPr lang="ko-KR" altLang="en-US" dirty="0">
                <a:solidFill>
                  <a:srgbClr val="FF0000"/>
                </a:solidFill>
              </a:rPr>
              <a:t>을 이용하여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6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단 굵은 문자와 밑줄로 출력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오늘의 날짜 및 시간도 출력</a:t>
            </a:r>
            <a:endParaRPr lang="en-US" altLang="ko-KR" dirty="0">
              <a:solidFill>
                <a:srgbClr val="FF0000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CE18A80-2A17-41B7-81AB-D29D83C68F34}"/>
              </a:ext>
            </a:extLst>
          </p:cNvPr>
          <p:cNvGrpSpPr/>
          <p:nvPr/>
        </p:nvGrpSpPr>
        <p:grpSpPr>
          <a:xfrm>
            <a:off x="4170834" y="2786914"/>
            <a:ext cx="1140120" cy="2853720"/>
            <a:chOff x="4170834" y="2786914"/>
            <a:chExt cx="1140120" cy="28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ABC4AEE-89E3-4713-AE24-8B8192EF6689}"/>
                    </a:ext>
                  </a:extLst>
                </p14:cNvPr>
                <p14:cNvContentPartPr/>
                <p14:nvPr/>
              </p14:nvContentPartPr>
              <p14:xfrm>
                <a:off x="4170834" y="4969234"/>
                <a:ext cx="258120" cy="67140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ABC4AEE-89E3-4713-AE24-8B8192EF668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62194" y="4960594"/>
                  <a:ext cx="27576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A681145-3C30-4F2F-B889-CD30BEE19B1B}"/>
                    </a:ext>
                  </a:extLst>
                </p14:cNvPr>
                <p14:cNvContentPartPr/>
                <p14:nvPr/>
              </p14:nvContentPartPr>
              <p14:xfrm>
                <a:off x="4566474" y="2786914"/>
                <a:ext cx="744480" cy="24350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A681145-3C30-4F2F-B889-CD30BEE19B1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57834" y="2777914"/>
                  <a:ext cx="762120" cy="24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A26BB9E-47F3-4D67-8830-934832C00C17}"/>
                    </a:ext>
                  </a:extLst>
                </p14:cNvPr>
                <p14:cNvContentPartPr/>
                <p14:nvPr/>
              </p14:nvContentPartPr>
              <p14:xfrm>
                <a:off x="4537674" y="5043754"/>
                <a:ext cx="221400" cy="2196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A26BB9E-47F3-4D67-8830-934832C00C1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28674" y="5034754"/>
                  <a:ext cx="23904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0466A9C-8F93-44F1-9FAE-CAB8CCB71B74}"/>
              </a:ext>
            </a:extLst>
          </p:cNvPr>
          <p:cNvGrpSpPr/>
          <p:nvPr/>
        </p:nvGrpSpPr>
        <p:grpSpPr>
          <a:xfrm>
            <a:off x="4010274" y="1154314"/>
            <a:ext cx="1189080" cy="1332720"/>
            <a:chOff x="4010274" y="1154314"/>
            <a:chExt cx="1189080" cy="13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74F8528-ECAE-4278-A2F7-6C63AB72B93C}"/>
                    </a:ext>
                  </a:extLst>
                </p14:cNvPr>
                <p14:cNvContentPartPr/>
                <p14:nvPr/>
              </p14:nvContentPartPr>
              <p14:xfrm>
                <a:off x="5049954" y="1945954"/>
                <a:ext cx="149400" cy="5410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74F8528-ECAE-4278-A2F7-6C63AB72B9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40954" y="1936954"/>
                  <a:ext cx="16704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E3B2A1E-B848-4EA7-B78E-1CFC57D8FAAC}"/>
                    </a:ext>
                  </a:extLst>
                </p14:cNvPr>
                <p14:cNvContentPartPr/>
                <p14:nvPr/>
              </p14:nvContentPartPr>
              <p14:xfrm>
                <a:off x="4073634" y="1212274"/>
                <a:ext cx="1059480" cy="4608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E3B2A1E-B848-4EA7-B78E-1CFC57D8FA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64634" y="1203274"/>
                  <a:ext cx="10771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21BC811-4775-4249-95CC-B098967669B5}"/>
                    </a:ext>
                  </a:extLst>
                </p14:cNvPr>
                <p14:cNvContentPartPr/>
                <p14:nvPr/>
              </p14:nvContentPartPr>
              <p14:xfrm>
                <a:off x="4010274" y="1154314"/>
                <a:ext cx="190800" cy="2016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21BC811-4775-4249-95CC-B098967669B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001634" y="1145314"/>
                  <a:ext cx="208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A31AD58-0237-4800-A07C-EA5146BAA7FC}"/>
                    </a:ext>
                  </a:extLst>
                </p14:cNvPr>
                <p14:cNvContentPartPr/>
                <p14:nvPr/>
              </p14:nvContentPartPr>
              <p14:xfrm>
                <a:off x="4093074" y="1879354"/>
                <a:ext cx="934560" cy="3524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A31AD58-0237-4800-A07C-EA5146BAA7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84074" y="1870354"/>
                  <a:ext cx="9522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F2D4279-0943-4095-9A3A-658027ABF2CA}"/>
                    </a:ext>
                  </a:extLst>
                </p14:cNvPr>
                <p14:cNvContentPartPr/>
                <p14:nvPr/>
              </p14:nvContentPartPr>
              <p14:xfrm>
                <a:off x="4056354" y="1805554"/>
                <a:ext cx="157320" cy="2484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F2D4279-0943-4095-9A3A-658027ABF2C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47354" y="1796914"/>
                  <a:ext cx="174960" cy="26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9400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320</Words>
  <Application>Microsoft Office PowerPoint</Application>
  <PresentationFormat>와이드스크린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-apple-system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24</cp:revision>
  <dcterms:created xsi:type="dcterms:W3CDTF">2021-05-07T12:34:49Z</dcterms:created>
  <dcterms:modified xsi:type="dcterms:W3CDTF">2025-05-13T08:13:36Z</dcterms:modified>
</cp:coreProperties>
</file>